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1379d8ec7b4c14" /><Relationship Type="http://schemas.openxmlformats.org/officeDocument/2006/relationships/extended-properties" Target="/docProps/app.xml" Id="Rf8a45a93118d44ae" /><Relationship Type="http://schemas.openxmlformats.org/officeDocument/2006/relationships/officeDocument" Target="/ppt/presentation.xml" Id="Rd26928f32242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2a564f8b3f4014"/>
  </p:sldMasterIdLst>
  <p:notesMasterIdLst>
    <p:notesMasterId xmlns:r="http://schemas.openxmlformats.org/officeDocument/2006/relationships" r:id="R07266e1986ad4af7"/>
  </p:notesMasterIdLst>
  <p:sldIdLst>
    <p:sldId xmlns:r="http://schemas.openxmlformats.org/officeDocument/2006/relationships" id="256" r:id="Re0d4dded7c1d4175"/>
    <p:sldId xmlns:r="http://schemas.openxmlformats.org/officeDocument/2006/relationships" id="257" r:id="Rf8ca3fdca0724f41"/>
    <p:sldId xmlns:r="http://schemas.openxmlformats.org/officeDocument/2006/relationships" id="258" r:id="Rcf665e7e23d946a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c03ee2416441a6" /><Relationship Type="http://schemas.openxmlformats.org/officeDocument/2006/relationships/slideMaster" Target="/ppt/slideMasters/slideMaster1.xml" Id="Rcc2a564f8b3f4014" /><Relationship Type="http://schemas.openxmlformats.org/officeDocument/2006/relationships/notesMaster" Target="/ppt/notesMasters/notesMaster1.xml" Id="R07266e1986ad4af7" /><Relationship Type="http://schemas.openxmlformats.org/officeDocument/2006/relationships/presProps" Target="/ppt/presProps.xml" Id="R37bdb176f518495e" /><Relationship Type="http://schemas.openxmlformats.org/officeDocument/2006/relationships/tableStyles" Target="/ppt/tableStyles.xml" Id="R3aa8c515b13b498a" /><Relationship Type="http://schemas.openxmlformats.org/officeDocument/2006/relationships/slide" Target="/ppt/slides/slide1.xml" Id="Re0d4dded7c1d4175" /><Relationship Type="http://schemas.openxmlformats.org/officeDocument/2006/relationships/slide" Target="/ppt/slides/slide2.xml" Id="Rf8ca3fdca0724f41" /><Relationship Type="http://schemas.openxmlformats.org/officeDocument/2006/relationships/slide" Target="/ppt/slides/slide3.xml" Id="Rcf665e7e23d946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04a412558f45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ff7b8dc2ba4ffe" /><Relationship Type="http://schemas.openxmlformats.org/officeDocument/2006/relationships/notesMaster" Target="/ppt/notesMasters/notesMaster1.xml" Id="R0d9ef4cb47aa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d17ce4fc194c47" /><Relationship Type="http://schemas.openxmlformats.org/officeDocument/2006/relationships/notesMaster" Target="/ppt/notesMasters/notesMaster1.xml" Id="Rab98892a9b1d4a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1e0e9677ed4385" /><Relationship Type="http://schemas.openxmlformats.org/officeDocument/2006/relationships/notesMaster" Target="/ppt/notesMasters/notesMaster1.xml" Id="R9b7ebb8ed821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3addd302045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7a9d22a4c046e0" /><Relationship Type="http://schemas.openxmlformats.org/officeDocument/2006/relationships/slideLayout" Target="/ppt/slideLayouts/slideLayout1.xml" Id="R715c7748bb0448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5c7748bb0448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f49ac02c6461a" /><Relationship Type="http://schemas.openxmlformats.org/officeDocument/2006/relationships/image" Target="/ppt/media/image.png" Id="R812b0349ee8e4ef4" /><Relationship Type="http://schemas.openxmlformats.org/officeDocument/2006/relationships/notesSlide" Target="/ppt/notesSlides/notesSlide1.xml" Id="R8f37aedcef82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83edf1d304252" /><Relationship Type="http://schemas.openxmlformats.org/officeDocument/2006/relationships/image" Target="/ppt/media/image2.png" Id="Re2f9f196c9924ecc" /><Relationship Type="http://schemas.openxmlformats.org/officeDocument/2006/relationships/notesSlide" Target="/ppt/notesSlides/notesSlide2.xml" Id="R80741ed7b20049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91a2d348947a9" /><Relationship Type="http://schemas.openxmlformats.org/officeDocument/2006/relationships/image" Target="/ppt/media/image3.png" Id="Rd03b4ea4fbd246e5" /><Relationship Type="http://schemas.openxmlformats.org/officeDocument/2006/relationships/image" Target="/ppt/media/image4.png" Id="Rf9d5bbf66ecd4bb3" /><Relationship Type="http://schemas.openxmlformats.org/officeDocument/2006/relationships/image" Target="/ppt/media/image5.png" Id="Rd92aae0771a3470f" /><Relationship Type="http://schemas.openxmlformats.org/officeDocument/2006/relationships/image" Target="/ppt/media/image6.png" Id="Rbd44de07289c4a8b" /><Relationship Type="http://schemas.openxmlformats.org/officeDocument/2006/relationships/notesSlide" Target="/ppt/notesSlides/notesSlide3.xml" Id="R6105a0205d3a4b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22B921-5595-445A-BF80-77E5A615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52205E-D591-47D4-91D7-A60A7FFA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8763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07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55114-FD93-48B4-B10D-076B86DB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286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b0349ee8e4ef4"/>
          <a:stretch xmlns:a="http://schemas.openxmlformats.org/drawingml/2006/main"/>
        </p:blipFill>
        <p:spPr>
          <a:xfrm xmlns:a="http://schemas.openxmlformats.org/drawingml/2006/main">
            <a:off x="742950" y="554439"/>
            <a:ext cx="419100" cy="41512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DFDE5-DA23-4AE0-97E5-09FCDE35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905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411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4113D"/>
                </a:solidFill>
                <a:latin typeface="PingFang SC"/>
                <a:ea typeface="PingFang SC"/>
                <a:cs typeface="PingFang SC"/>
              </a:rPr>
              <a:t>Qwen 千问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98AD4-084D-4525-810F-C1768570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试用期转正答辩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A153F-B823-45A3-B09F-7EA34F4F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教育 OneRec 探索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70A83-F8DB-4BFF-BFF6-68D6C98A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C31F3-291F-45D0-BB8C-32B06B89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李思奥（龙舌兰）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C9D1A-806D-4638-B82F-3195AD6B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2026.04.13 - 2026.07.12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4D010-8F2A-4E98-BB45-0CA3411E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34405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344054"/>
                </a:solidFill>
                <a:latin typeface="PingFang SC"/>
                <a:ea typeface="PingFang SC"/>
                <a:cs typeface="PingFang SC"/>
              </a:rPr>
              <a:t>从教育资源理解到可约束、可评估的生成式推荐链路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00EF7B-A614-4D3A-B67A-9E568F66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134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Qwen | 学习创新</a:t>
            </a:r>
          </a:p>
        </p:txBody>
      </p:sp>
    </p:spTree>
    <p:extLst>
      <p:ext uri="{BB962C8B-B14F-4D97-AF65-F5344CB8AC3E}">
        <p14:creationId xmlns:p14="http://schemas.microsoft.com/office/powerpoint/2010/main" val="3710820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9f196c9924ecc"/>
          <a:stretch xmlns:a="http://schemas.openxmlformats.org/drawingml/2006/main"/>
        </p:blipFill>
        <p:spPr>
          <a:xfrm xmlns:a="http://schemas.openxmlformats.org/drawingml/2006/main">
            <a:off x="9925050" y="306337"/>
            <a:ext cx="323850" cy="3207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5AF43-B75A-4F72-B38F-0FDE3D27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1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13D"/>
                </a:solidFill>
                <a:latin typeface="PingFang SC"/>
                <a:ea typeface="PingFang SC"/>
                <a:cs typeface="PingFang SC"/>
              </a:rPr>
              <a:t>Qwen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1E5DEB-9E58-4313-8C41-918FFAEC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3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千问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3FAFC-1006-45AC-B7BE-E60EEE3DC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目录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5C606-E13A-40AF-AF7F-E495B2B0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E72426-046F-442F-8552-524ECBF9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762125"/>
            <a:ext cx="558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273447-BE47-4805-BB99-FA3AD7FE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6764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5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75B555-7AF3-44FA-A108-E2657A2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002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18D7CE-D888-4DD4-A5E8-CE3EF409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6690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个人介绍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067804-6BDF-44AA-BD81-AE7E1497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00325"/>
            <a:ext cx="558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06FEFA-7EA5-4C3A-B6D9-939DD2B1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146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5B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7FB69E-CD70-420D-9169-9E867C51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6384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50B901-4D6E-4419-B6C3-5200CEDA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70510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背景与目标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1B4C53-08C9-462F-A272-C30E586D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438525"/>
            <a:ext cx="558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BC0C2B5-257E-43D2-9D42-8C46BE86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528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5B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640CED-184A-4A08-9F55-5FC03A2D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4766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CD02B5-7CE3-461E-A62F-A5999EF7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54330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工作产出与案例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0C9144-8100-476C-B228-4BF81024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76725"/>
            <a:ext cx="558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A0B47C-1B73-4B07-AE3A-B55FE17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191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5B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AE5274-547C-4B25-B4C0-FEB5E6FA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3148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C375FA-2E10-4FE1-AD0A-F7B6934A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38150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主要工作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4CA0CF-84EF-4B40-87ED-45B326F4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114925"/>
            <a:ext cx="55816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84BE54-AE7C-47D6-B349-BB5C057B6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0292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5B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41F87B-5964-460B-AA7A-B58D50A4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153025"/>
            <a:ext cx="647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9C118F-5963-4A88-BB09-34940CF8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5219700"/>
            <a:ext cx="558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思考与总结</a:t>
            </a:r>
          </a:p>
        </p:txBody>
      </p:sp>
    </p:spTree>
    <p:extLst>
      <p:ext uri="{BB962C8B-B14F-4D97-AF65-F5344CB8AC3E}">
        <p14:creationId xmlns:p14="http://schemas.microsoft.com/office/powerpoint/2010/main" val="296034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b4ea4fbd246e5"/>
          <a:stretch xmlns:a="http://schemas.openxmlformats.org/drawingml/2006/main"/>
        </p:blipFill>
        <p:spPr>
          <a:xfrm xmlns:a="http://schemas.openxmlformats.org/drawingml/2006/main">
            <a:off x="9925050" y="306337"/>
            <a:ext cx="323850" cy="3207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ECE31-2CD2-4089-8E8C-A0F62BC6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1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13D"/>
                </a:solidFill>
                <a:latin typeface="PingFang SC"/>
                <a:ea typeface="PingFang SC"/>
                <a:cs typeface="PingFang SC"/>
              </a:rPr>
              <a:t>Qwen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E146D-00D6-4AAC-8E1F-DCADA69C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3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千问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5449-E201-4B23-BE1A-8577ACB6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5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2CE61-FEB6-4575-A780-3DA960B47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26223-44E0-4D86-8D18-C43FCAB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7FD50-B3A6-4640-9CBD-29891EC6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899D-CAE4-41B5-90FE-6FA173A3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AA1B6E-38B7-484A-A135-C56B87A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"/>
            <a:ext cx="603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个人介绍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AC5EE5-4384-4980-B8EB-9CE72D7A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97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李思奥（龙舌兰）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33DCEB-328F-422A-BACD-1CF12DF3C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971675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52CB3F-51E1-4876-A434-00003EA5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905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2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4C12BA-29BA-4EBD-8518-9045DFC0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98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F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FCCE9F0-2FFB-4D6C-A08A-03C6F02E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526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2018.09–2024.06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AD07E4-E211-46E6-844E-4FAD798F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中国人民大学统计学院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8A1017-E364-4F2B-A98E-ABB4AE61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5270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本硕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EBFE98-5900-41E6-B1C7-FA44AEBFF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286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F83FB7-C402-446B-988F-E2BFAA0C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289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2024.07–2025.03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FC06C9C-63DF-4E02-BA73-FBEB04E7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5277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腾讯广告 —— 流量支持中心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BC92E67-69F6-4E2C-ACC6-56E9A4A5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广告业务问题全链路策略优化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F27BC9-18D4-48A2-9AC5-78CFEA12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62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A8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3AD1B9F-EF67-4D21-8D9E-F5AA052A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052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2025.04–2026.03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418A4D-CFE6-44F1-8566-B076BFF62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2907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腾讯广告 —— AI 推荐中心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9EF8663-122C-44CB-AD36-14281CF5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0530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生成式推荐与大模型广告落地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FF2477-E1DA-431D-A7AB-1899D074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387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28575">
            <a:solidFill>
              <a:srgbClr val="635B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BCE0FF-A717-4010-B4D0-846D1EE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81575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2026.04–至今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8D9FCD6-BEF9-4295-B256-FB1D462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0537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阿里千问 —— 学习创新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45AC84-C9AE-4435-B482-48EE7B9D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81600"/>
            <a:ext cx="514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教育 OneRec 探索</a:t>
            </a:r>
          </a:p>
        </p:txBody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d5bbf66ecd4bb3"/>
          <a:stretch xmlns:a="http://schemas.openxmlformats.org/drawingml/2006/main"/>
        </p:blipFill>
        <p:spPr>
          <a:xfrm xmlns:a="http://schemas.openxmlformats.org/drawingml/2006/main">
            <a:off x="2114550" y="2228850"/>
            <a:ext cx="647700" cy="647700"/>
          </a:xfrm>
          <a:prstGeom xmlns:a="http://schemas.openxmlformats.org/drawingml/2006/main" prst="rect">
            <a:avLst/>
          </a:prstGeom>
        </p:spPr>
      </p:pic>
      <p:pic>
        <p:nvPicPr>
          <p:cNvPr id="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aae0771a3470f"/>
          <a:stretch xmlns:a="http://schemas.openxmlformats.org/drawingml/2006/main"/>
        </p:blipFill>
        <p:spPr>
          <a:xfrm xmlns:a="http://schemas.openxmlformats.org/drawingml/2006/main">
            <a:off x="1733550" y="3724221"/>
            <a:ext cx="1581150" cy="285858"/>
          </a:xfrm>
          <a:prstGeom xmlns:a="http://schemas.openxmlformats.org/drawingml/2006/main" prst="rect">
            <a:avLst/>
          </a:prstGeom>
        </p:spPr>
      </p:pic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44de07289c4a8b"/>
          <a:stretch xmlns:a="http://schemas.openxmlformats.org/drawingml/2006/main"/>
        </p:blipFill>
        <p:spPr>
          <a:xfrm xmlns:a="http://schemas.openxmlformats.org/drawingml/2006/main">
            <a:off x="2133600" y="4879693"/>
            <a:ext cx="609600" cy="603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05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2026-07-07T12:36:11.1870000Z</dcterms:created>
  <dcterms:modified xsi:type="dcterms:W3CDTF">2026-07-07T12:36:11.1870000Z</dcterms:modified>
</coreProperties>
</file>