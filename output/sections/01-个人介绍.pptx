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ddd5798bd849f2" /><Relationship Type="http://schemas.openxmlformats.org/officeDocument/2006/relationships/extended-properties" Target="/docProps/app.xml" Id="Rb449f6a35e384973" /><Relationship Type="http://schemas.openxmlformats.org/officeDocument/2006/relationships/officeDocument" Target="/ppt/presentation.xml" Id="R6728e047c96f42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63a41583434f7f"/>
  </p:sldMasterIdLst>
  <p:notesMasterIdLst>
    <p:notesMasterId xmlns:r="http://schemas.openxmlformats.org/officeDocument/2006/relationships" r:id="R6c27b066d24e493f"/>
  </p:notesMasterIdLst>
  <p:sldIdLst>
    <p:sldId xmlns:r="http://schemas.openxmlformats.org/officeDocument/2006/relationships" id="256" r:id="R5d7a27396eac4eb9"/>
    <p:sldId xmlns:r="http://schemas.openxmlformats.org/officeDocument/2006/relationships" id="257" r:id="Ra16fdf63153c4462"/>
    <p:sldId xmlns:r="http://schemas.openxmlformats.org/officeDocument/2006/relationships" id="258" r:id="R00ee5e4ca76f4c6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0729b7d4094266" /><Relationship Type="http://schemas.openxmlformats.org/officeDocument/2006/relationships/slideMaster" Target="/ppt/slideMasters/slideMaster1.xml" Id="Rac63a41583434f7f" /><Relationship Type="http://schemas.openxmlformats.org/officeDocument/2006/relationships/notesMaster" Target="/ppt/notesMasters/notesMaster1.xml" Id="R6c27b066d24e493f" /><Relationship Type="http://schemas.openxmlformats.org/officeDocument/2006/relationships/presProps" Target="/ppt/presProps.xml" Id="R42d33e52a3554a47" /><Relationship Type="http://schemas.openxmlformats.org/officeDocument/2006/relationships/tableStyles" Target="/ppt/tableStyles.xml" Id="Rc65ea8c0169942ab" /><Relationship Type="http://schemas.openxmlformats.org/officeDocument/2006/relationships/slide" Target="/ppt/slides/slide1.xml" Id="R5d7a27396eac4eb9" /><Relationship Type="http://schemas.openxmlformats.org/officeDocument/2006/relationships/slide" Target="/ppt/slides/slide2.xml" Id="Ra16fdf63153c4462" /><Relationship Type="http://schemas.openxmlformats.org/officeDocument/2006/relationships/slide" Target="/ppt/slides/slide3.xml" Id="R00ee5e4ca76f4c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8451422d7c4b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5b85f326ae4d4d" /><Relationship Type="http://schemas.openxmlformats.org/officeDocument/2006/relationships/notesMaster" Target="/ppt/notesMasters/notesMaster1.xml" Id="R31c47de2acee46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b4ae93ff2f40d5" /><Relationship Type="http://schemas.openxmlformats.org/officeDocument/2006/relationships/notesMaster" Target="/ppt/notesMasters/notesMaster1.xml" Id="R78362fba7fd446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44fd56569d4f16" /><Relationship Type="http://schemas.openxmlformats.org/officeDocument/2006/relationships/notesMaster" Target="/ppt/notesMasters/notesMaster1.xml" Id="R857e93c7a5b44c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e1481ca1e24e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5c8a2625e9483c" /><Relationship Type="http://schemas.openxmlformats.org/officeDocument/2006/relationships/slideLayout" Target="/ppt/slideLayouts/slideLayout1.xml" Id="R8aa8567c5a334b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a8567c5a334b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a302ae4ec4e49" /><Relationship Type="http://schemas.openxmlformats.org/officeDocument/2006/relationships/image" Target="/ppt/media/image.png" Id="R659efcf6b3d24f18" /><Relationship Type="http://schemas.openxmlformats.org/officeDocument/2006/relationships/notesSlide" Target="/ppt/notesSlides/notesSlide1.xml" Id="R7f71ffd4d29c4f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4edf32ac34955" /><Relationship Type="http://schemas.openxmlformats.org/officeDocument/2006/relationships/image" Target="/ppt/media/image2.png" Id="R071f08c7ea084036" /><Relationship Type="http://schemas.openxmlformats.org/officeDocument/2006/relationships/notesSlide" Target="/ppt/notesSlides/notesSlide2.xml" Id="Rba5daec7b4f041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df011d74d4db0" /><Relationship Type="http://schemas.openxmlformats.org/officeDocument/2006/relationships/image" Target="/ppt/media/image3.png" Id="R87d4b0008eaf4e60" /><Relationship Type="http://schemas.openxmlformats.org/officeDocument/2006/relationships/image" Target="/ppt/media/image4.png" Id="R301d1e64a9fb410b" /><Relationship Type="http://schemas.openxmlformats.org/officeDocument/2006/relationships/image" Target="/ppt/media/image5.png" Id="R83eed30112ce4ca3" /><Relationship Type="http://schemas.openxmlformats.org/officeDocument/2006/relationships/image" Target="/ppt/media/image6.png" Id="Reed608e3120e4a62" /><Relationship Type="http://schemas.openxmlformats.org/officeDocument/2006/relationships/image" Target="/ppt/media/image7.png" Id="Rd80ee0fd27e54093" /><Relationship Type="http://schemas.openxmlformats.org/officeDocument/2006/relationships/notesSlide" Target="/ppt/notesSlides/notesSlide3.xml" Id="R3d6aad55e1344d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2B921-5595-445A-BF80-77E5A615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205E-D591-47D4-91D7-A60A7FFA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8763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7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55114-FD93-48B4-B10D-076B86DB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9efcf6b3d24f18"/>
          <a:stretch xmlns:a="http://schemas.openxmlformats.org/drawingml/2006/main"/>
        </p:blipFill>
        <p:spPr>
          <a:xfrm xmlns:a="http://schemas.openxmlformats.org/drawingml/2006/main">
            <a:off x="742950" y="554439"/>
            <a:ext cx="419100" cy="4151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DFDE5-DA23-4AE0-97E5-09FCDE3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90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 千问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98AD4-084D-4525-810F-C1768570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试用期转正答辩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A153F-B823-45A3-B09F-7EA34F4F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D70A83-F8DB-4BFF-BFF6-68D6C98A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400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C31F3-291F-45D0-BB8C-32B06B89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CC9D1A-806D-4638-B82F-3195AD6B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2026.04.13 - 2026.07.12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4D010-8F2A-4E98-BB45-0CA3411E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从教育资源理解到可约束、可评估的生成式推荐链路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0EF7B-A614-4D3A-B67A-9E568F66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134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 | 学习创新</a:t>
            </a:r>
          </a:p>
        </p:txBody>
      </p:sp>
    </p:spTree>
    <p:extLst>
      <p:ext uri="{BB962C8B-B14F-4D97-AF65-F5344CB8AC3E}">
        <p14:creationId xmlns:p14="http://schemas.microsoft.com/office/powerpoint/2010/main" val="371082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f08c7ea084036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5AF43-B75A-4F72-B38F-0FDE3D27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E5DEB-9E58-4313-8C41-918FFAEC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3FAFC-1006-45AC-B7BE-E60EEE3D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5C606-E13A-40AF-AF7F-E495B2B0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B9B6F-569E-41AC-AD98-D5B5F349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097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BC510-4065-46A4-ADEE-784951B5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5240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EA7D1B-0BE4-425A-AA74-51892841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478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0B41A-270E-4C24-90B6-1D3F4CB5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240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3C268-A0C4-4F7E-969C-F1DC9C0F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430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试用期主线与能力背景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C3882-708F-4FB1-89E4-378C3B32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479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4C4509-F68B-4E35-9158-D483EBA3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62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8B177-FB1E-42CC-A5D5-C7078376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860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E173BE-8492-4E9A-8192-860354A8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622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3D3FCA-9FD2-4468-ADBB-78B27F19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812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教育推荐为什么需要 OneRec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CC0ADE-0D1A-40C1-9748-38DA3881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861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56F6DA-F453-49EF-BA45-2C6AEFA3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004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DC9AB4-73A8-4E81-A297-6B74B231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242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5DF0AC-5092-45F5-B688-F53C644C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4004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工作产出与案例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EF3B81-3801-48DC-970F-CBD30DAB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194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五个差异点 + 六个 demo case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29EF32-5879-4601-B36B-30DD1121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243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07DBEB-685E-4024-B22F-32DE1950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386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80194C-1F23-4498-AB29-4461153A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624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22139-1C99-467A-948A-10C60A86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2386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主要工作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B44DAA-C335-4725-8B98-14DAE4DE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576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Tokenizer、训练、下游任务、限制性解码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EC20B4-339A-4818-8B52-01CD9424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62525"/>
            <a:ext cx="521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AD58D-FF0D-4438-974C-6EB701B2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E6ABD-7841-44E4-816E-F40A4825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006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22C08-A4F5-4BA8-B715-B86926E2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0768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效果与复盘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F403D7-38EC-473A-9B96-14D281A3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095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指标收益、坑点和后续方向</a:t>
            </a:r>
          </a:p>
        </p:txBody>
      </p:sp>
    </p:spTree>
    <p:extLst>
      <p:ext uri="{BB962C8B-B14F-4D97-AF65-F5344CB8AC3E}">
        <p14:creationId xmlns:p14="http://schemas.microsoft.com/office/powerpoint/2010/main" val="296034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4b0008eaf4e60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ECE31-2CD2-4089-8E8C-A0F62BC6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E146D-00D6-4AAC-8E1F-DCADA69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65449-E201-4B23-BE1A-8577ACB6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CE61-FEB6-4575-A780-3DA960B4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26223-44E0-4D86-8D18-C43FCAB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9C2E4-B50C-4DC9-A875-53B8173E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 | 试用期主线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FD50-B3A6-4640-9CBD-29891EC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9899D-CAE4-41B5-90FE-6FA173A3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4C5BA9-84BE-486D-8C64-C5D97D7B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4780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F40CC5-E753-481F-AC45-9EA40506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6A3154-5B20-498E-9752-810F71A1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428750"/>
            <a:ext cx="190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DF0C6B-6F78-420E-98A7-D87821A6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9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B9A9F9-1499-4DD7-8F83-4AB60E3E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43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2018.09 - 2024.06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EA3C47-2DCF-41A5-89DF-A678910B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621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中国人民大学统计学院（本硕）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ACDABF-C135-48A1-AB58-B81E9F07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812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24CDFF-7345-4A5C-B589-0C0A3387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14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2024.07 - 2025.03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73DB66-A41A-48DF-BF97-CB4F9A30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336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流量支持中心</a:t>
            </a:r>
          </a:p>
          <a:p xmlns:a="http://schemas.openxmlformats.org/drawingml/2006/main">
            <a:pPr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广告业务问题全链路策略优化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7490B6-F907-46C0-BC0B-673757CB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528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712186-BBB3-4C9B-88CC-88897902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2025.04 - 2026.03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A79A19D-E9E0-4A00-B79D-99C5D390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052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AI 推荐中心</a:t>
            </a:r>
          </a:p>
          <a:p xmlns:a="http://schemas.openxmlformats.org/drawingml/2006/main">
            <a:pPr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生成式推荐与大模型广告落地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320538-8E66-4F8E-99D1-0055A8C4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5243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28575">
            <a:solidFill>
              <a:srgbClr val="635B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5E11D51-C814-4388-8AE9-48DE3265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57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2026.04 - 至今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78C9982-41BF-42BA-8901-8DD0D7AA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学习创新</a:t>
            </a:r>
          </a:p>
          <a:p xmlns:a="http://schemas.openxmlformats.org/drawingml/2006/main">
            <a:pPr>
              <a:def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d1e64a9fb410b"/>
          <a:stretch xmlns:a="http://schemas.openxmlformats.org/drawingml/2006/main"/>
        </p:blipFill>
        <p:spPr>
          <a:xfrm xmlns:a="http://schemas.openxmlformats.org/drawingml/2006/main">
            <a:off x="4305300" y="1495425"/>
            <a:ext cx="476250" cy="476250"/>
          </a:xfrm>
          <a:prstGeom xmlns:a="http://schemas.openxmlformats.org/drawingml/2006/main" prst="rect">
            <a:avLst/>
          </a:prstGeom>
        </p:spPr>
      </p:pic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ed30112ce4ca3"/>
          <a:stretch xmlns:a="http://schemas.openxmlformats.org/drawingml/2006/main"/>
        </p:blipFill>
        <p:spPr>
          <a:xfrm xmlns:a="http://schemas.openxmlformats.org/drawingml/2006/main">
            <a:off x="4038600" y="2576647"/>
            <a:ext cx="1104900" cy="199756"/>
          </a:xfrm>
          <a:prstGeom xmlns:a="http://schemas.openxmlformats.org/drawingml/2006/main" prst="rect">
            <a:avLst/>
          </a:prstGeom>
        </p:spPr>
      </p:pic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608e3120e4a62"/>
          <a:stretch xmlns:a="http://schemas.openxmlformats.org/drawingml/2006/main"/>
        </p:blipFill>
        <p:spPr>
          <a:xfrm xmlns:a="http://schemas.openxmlformats.org/drawingml/2006/main">
            <a:off x="4038600" y="3548197"/>
            <a:ext cx="1104900" cy="199756"/>
          </a:xfrm>
          <a:prstGeom xmlns:a="http://schemas.openxmlformats.org/drawingml/2006/main" prst="rect">
            <a:avLst/>
          </a:prstGeom>
        </p:spPr>
      </p:pic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0ee0fd27e54093"/>
          <a:stretch xmlns:a="http://schemas.openxmlformats.org/drawingml/2006/main"/>
        </p:blipFill>
        <p:spPr>
          <a:xfrm xmlns:a="http://schemas.openxmlformats.org/drawingml/2006/main">
            <a:off x="4095750" y="4468762"/>
            <a:ext cx="323850" cy="32077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0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2026-07-07T07:30:00.4210000Z</dcterms:created>
  <dcterms:modified xsi:type="dcterms:W3CDTF">2026-07-07T07:30:00.4210000Z</dcterms:modified>
</coreProperties>
</file>