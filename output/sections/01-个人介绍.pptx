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bf5e20ab54a4461" /><Relationship Type="http://schemas.openxmlformats.org/officeDocument/2006/relationships/extended-properties" Target="/docProps/app.xml" Id="Rcf22ebd7af814388" /><Relationship Type="http://schemas.openxmlformats.org/officeDocument/2006/relationships/officeDocument" Target="/ppt/presentation.xml" Id="R5a72f72db0534b8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f0973935e8a4be3"/>
  </p:sldMasterIdLst>
  <p:notesMasterIdLst>
    <p:notesMasterId xmlns:r="http://schemas.openxmlformats.org/officeDocument/2006/relationships" r:id="Rabf79f3a1ef14656"/>
  </p:notesMasterIdLst>
  <p:sldIdLst>
    <p:sldId xmlns:r="http://schemas.openxmlformats.org/officeDocument/2006/relationships" id="256" r:id="Rd4b6f63b757d4cb6"/>
    <p:sldId xmlns:r="http://schemas.openxmlformats.org/officeDocument/2006/relationships" id="257" r:id="R9c12a26a5c5c4361"/>
    <p:sldId xmlns:r="http://schemas.openxmlformats.org/officeDocument/2006/relationships" id="258" r:id="Ra8346eee9302406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82566fab64c4ca5" /><Relationship Type="http://schemas.openxmlformats.org/officeDocument/2006/relationships/slideMaster" Target="/ppt/slideMasters/slideMaster1.xml" Id="Rdf0973935e8a4be3" /><Relationship Type="http://schemas.openxmlformats.org/officeDocument/2006/relationships/notesMaster" Target="/ppt/notesMasters/notesMaster1.xml" Id="Rabf79f3a1ef14656" /><Relationship Type="http://schemas.openxmlformats.org/officeDocument/2006/relationships/presProps" Target="/ppt/presProps.xml" Id="R5a53a49ed7284b53" /><Relationship Type="http://schemas.openxmlformats.org/officeDocument/2006/relationships/tableStyles" Target="/ppt/tableStyles.xml" Id="Rb485f0779a5f4c43" /><Relationship Type="http://schemas.openxmlformats.org/officeDocument/2006/relationships/slide" Target="/ppt/slides/slide1.xml" Id="Rd4b6f63b757d4cb6" /><Relationship Type="http://schemas.openxmlformats.org/officeDocument/2006/relationships/slide" Target="/ppt/slides/slide2.xml" Id="R9c12a26a5c5c4361" /><Relationship Type="http://schemas.openxmlformats.org/officeDocument/2006/relationships/slide" Target="/ppt/slides/slide3.xml" Id="Ra8346eee9302406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24cae86c2fe4c5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e8e2c47933449c" /><Relationship Type="http://schemas.openxmlformats.org/officeDocument/2006/relationships/notesMaster" Target="/ppt/notesMasters/notesMaster1.xml" Id="Recf972b08a9e4e2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c007f537012431f" /><Relationship Type="http://schemas.openxmlformats.org/officeDocument/2006/relationships/notesMaster" Target="/ppt/notesMasters/notesMaster1.xml" Id="R1843ece8079d47a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f0193b778464f64" /><Relationship Type="http://schemas.openxmlformats.org/officeDocument/2006/relationships/notesMaster" Target="/ppt/notesMasters/notesMaster1.xml" Id="Re27d98a424cd4db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17648871e84c3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42f961b48ab46ae" /><Relationship Type="http://schemas.openxmlformats.org/officeDocument/2006/relationships/slideLayout" Target="/ppt/slideLayouts/slideLayout1.xml" Id="Rf65b422d54044c0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65b422d54044c0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87f514f15b4931" /><Relationship Type="http://schemas.openxmlformats.org/officeDocument/2006/relationships/image" Target="/ppt/media/image.png" Id="Rae7c05efdc3144b8" /><Relationship Type="http://schemas.openxmlformats.org/officeDocument/2006/relationships/notesSlide" Target="/ppt/notesSlides/notesSlide1.xml" Id="R286ce12fcc1f48e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37d70ba3224bad" /><Relationship Type="http://schemas.openxmlformats.org/officeDocument/2006/relationships/image" Target="/ppt/media/image2.png" Id="R7172acc2ecc041bf" /><Relationship Type="http://schemas.openxmlformats.org/officeDocument/2006/relationships/notesSlide" Target="/ppt/notesSlides/notesSlide2.xml" Id="Rec73fd9809ee4a4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fc22777ad54eec" /><Relationship Type="http://schemas.openxmlformats.org/officeDocument/2006/relationships/image" Target="/ppt/media/image3.png" Id="R025cadecbfdf4d87" /><Relationship Type="http://schemas.openxmlformats.org/officeDocument/2006/relationships/image" Target="/ppt/media/image4.png" Id="Rb94722f449364bd3" /><Relationship Type="http://schemas.openxmlformats.org/officeDocument/2006/relationships/image" Target="/ppt/media/image5.png" Id="R8a8c26531e0e4b63" /><Relationship Type="http://schemas.openxmlformats.org/officeDocument/2006/relationships/image" Target="/ppt/media/image6.png" Id="R43d03ca191b246b5" /><Relationship Type="http://schemas.openxmlformats.org/officeDocument/2006/relationships/notesSlide" Target="/ppt/notesSlides/notesSlide3.xml" Id="R0bd74aaa13714f6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22B921-5595-445A-BF80-77E5A615D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0"/>
            <a:ext cx="3619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52205E-D591-47D4-91D7-A60A7FFA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87630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079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7c05efdc3144b8"/>
          <a:stretch xmlns:a="http://schemas.openxmlformats.org/drawingml/2006/main"/>
        </p:blipFill>
        <p:spPr>
          <a:xfrm xmlns:a="http://schemas.openxmlformats.org/drawingml/2006/main">
            <a:off x="742950" y="554439"/>
            <a:ext cx="419100" cy="4151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DFDE5-DA23-4AE0-97E5-09FCDE35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905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 千问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87E94D-1273-4986-844D-ED5DCDCE5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838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CF785B-B4D1-40D9-8FE6-0287E4A0D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试用期转正答辩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9AC68A-EF07-47E7-B3E0-040F0F735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教育 OneRec 探索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38C4FC-BD67-4A26-B1E0-A0E5FE4E2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90950"/>
            <a:ext cx="4953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2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A4820E-CBAC-441C-9D8A-64E94672E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910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李思奥（龙舌兰）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857404-3ADD-43EB-A332-EF6E77247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339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2026.04.13 – 2026.07.12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892D26-BB1B-4BCB-B826-C021EA9F5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62550"/>
            <a:ext cx="628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从教育资源理解到可约束、可评估的生成式推荐链路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9E95DE-EC8D-4CAA-8737-4E31510E1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2669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9BF721-C97F-4899-BA0D-0A0E870AC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390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B5850A-5AB3-4AF7-83BB-73B452CA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8958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OneRec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D6BE6C-1706-487E-B0B4-40B1DBE72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3911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Qwen | 学习创新</a:t>
            </a:r>
          </a:p>
        </p:txBody>
      </p:sp>
    </p:spTree>
    <p:extLst>
      <p:ext uri="{BB962C8B-B14F-4D97-AF65-F5344CB8AC3E}">
        <p14:creationId xmlns:p14="http://schemas.microsoft.com/office/powerpoint/2010/main" val="3710820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72acc2ecc041bf"/>
          <a:stretch xmlns:a="http://schemas.openxmlformats.org/drawingml/2006/main"/>
        </p:blipFill>
        <p:spPr>
          <a:xfrm xmlns:a="http://schemas.openxmlformats.org/drawingml/2006/main">
            <a:off x="9925050" y="30633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25AF43-B75A-4F72-B38F-0FDE3D27D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3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1E5DEB-9E58-4313-8C41-918FFAEC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340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千问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C3FAFC-1006-45AC-B7BE-E60EEE3DC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目录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25C606-E13A-40AF-AF7F-E495B2B0E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16D27AC-19A9-4C93-96D8-4750F67C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1762125"/>
            <a:ext cx="55054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3D387D-E54C-4607-87FF-89BB8A33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16764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C55A9E8-D287-4638-A3AA-2236B1FB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18002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961F8CD-7DBA-4B8B-85D5-000F784ED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18669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个人介绍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3F0F92B-6DE1-41F4-999C-90FB47AF7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2600325"/>
            <a:ext cx="55054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A8EE630-C959-42C0-9054-F18DC410D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5146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5812703-78A4-43E1-87AD-2247E2336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6384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5D6F881-65C1-4650-AA15-ECAF0389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27051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背景与目标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4A48415-0D44-4361-80DF-ADD23FA5C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3438525"/>
            <a:ext cx="55054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D545873-A43F-4D45-B0FD-DEF3DA9CF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3528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9402EDF-8521-4BB9-BB50-50BC965A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4766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764DB23-6E76-45FE-BDE9-35691D468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35433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工作产出与案例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3C655CD-E016-4E1E-930E-3041075CB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4276725"/>
            <a:ext cx="55054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BD50473-296C-498A-ABF4-032132B8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1910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CAD5998-BA1E-46E8-B826-4B589842E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3148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F92BD1D-83AF-4833-AECC-696BC97B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43815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主要工作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D7D96B7-A54A-4555-BBD1-4338673F1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5114925"/>
            <a:ext cx="55054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01E5C0B-4FE5-499C-B3E0-3E43311E7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50292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A47921F-6E8A-4602-BAAD-29DDCE60C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51530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3A0DF90-6003-4E14-AB69-F70D67C07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52197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思考与总结</a:t>
            </a:r>
          </a:p>
        </p:txBody>
      </p:sp>
    </p:spTree>
    <p:extLst>
      <p:ext uri="{BB962C8B-B14F-4D97-AF65-F5344CB8AC3E}">
        <p14:creationId xmlns:p14="http://schemas.microsoft.com/office/powerpoint/2010/main" val="2960346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5cadecbfdf4d87"/>
          <a:stretch xmlns:a="http://schemas.openxmlformats.org/drawingml/2006/main"/>
        </p:blipFill>
        <p:spPr>
          <a:xfrm xmlns:a="http://schemas.openxmlformats.org/drawingml/2006/main">
            <a:off x="9925050" y="30633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3ECE31-2CD2-4089-8E8C-A0F62BC6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3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8E146D-00D6-4AAC-8E1F-DCADA69C8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340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千问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665449-E201-4B23-BE1A-8577ACB6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22CE61-FEB6-4575-A780-3DA960B47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9575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07FD50-B3A6-4640-9CBD-29891EC65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66800"/>
            <a:ext cx="11049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89899D-CAE4-41B5-90FE-6FA173A3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1244D01-F644-4603-9478-796BF56FA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62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李思奥（龙舌兰）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3FB4D83-6DD7-4BE6-9A6A-357000A7A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124075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9EF211D-6E13-4A47-9D08-7E6362312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47900"/>
            <a:ext cx="1905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2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9426171-8D87-4F1E-94C9-ABEBF578B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5622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A8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2875AF1-5981-436F-91D2-468882A1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05075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2018.09–2024.06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58C89AE-A1AB-4FEF-94E0-59B48AAD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28875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中国人民大学统计学院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65935F9-F862-4E5A-91EC-8C4089250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05100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本硕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9C1567D-436E-4F55-ABA8-0EF6EEB09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4385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A8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F747441-AA01-4242-84EF-B734A9B20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81375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2024.07–2025.03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0C7079B-A222-4EF2-B903-BD14C0E41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05175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腾讯广告 —— 流量支持中心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E8FF9E3-7658-4AFC-A8F6-808212ACC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81400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广告业务问题全链路策略优化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0FDA5B7-EFCE-49B4-A3F9-6F060F174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3148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A8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DC81526-2AC1-43CC-B47F-874D3D9C3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257675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2025.04–2026.03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12F496B-444A-4156-9688-A4909001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81475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腾讯广告 —— AI 推荐中心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3D37021-A47F-4D9F-A5A6-3069E9D6D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57700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生成式推荐与大模型广告落地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A74DC9F-8A59-4998-BD99-CADC0909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191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28575">
            <a:solidFill>
              <a:srgbClr val="635B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8366F22-6D34-4FFF-B453-2E3ACEEDD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133975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2026.04–至今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7A9A361-8F90-4BD9-95C4-64C30CE03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57775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阿里千问 —— 学习创新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3D4FAD3-EE8B-4011-9E15-1559344E9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334000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教育 OneRec 探索</a:t>
            </a:r>
          </a:p>
        </p:txBody>
      </p:sp>
      <p:pic>
        <p:nvPicPr>
          <p:cNvPr id="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4722f449364bd3"/>
          <a:stretch xmlns:a="http://schemas.openxmlformats.org/drawingml/2006/main"/>
        </p:blipFill>
        <p:spPr>
          <a:xfrm xmlns:a="http://schemas.openxmlformats.org/drawingml/2006/main">
            <a:off x="2400300" y="2381250"/>
            <a:ext cx="647700" cy="647700"/>
          </a:xfrm>
          <a:prstGeom xmlns:a="http://schemas.openxmlformats.org/drawingml/2006/main" prst="rect">
            <a:avLst/>
          </a:prstGeom>
        </p:spPr>
      </p:pic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8c26531e0e4b63"/>
          <a:stretch xmlns:a="http://schemas.openxmlformats.org/drawingml/2006/main"/>
        </p:blipFill>
        <p:spPr>
          <a:xfrm xmlns:a="http://schemas.openxmlformats.org/drawingml/2006/main">
            <a:off x="2019300" y="3876621"/>
            <a:ext cx="1581150" cy="285858"/>
          </a:xfrm>
          <a:prstGeom xmlns:a="http://schemas.openxmlformats.org/drawingml/2006/main" prst="rect">
            <a:avLst/>
          </a:prstGeom>
        </p:spPr>
      </p:pic>
      <p:pic>
        <p:nvPicPr>
          <p:cNvPr id="9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d03ca191b246b5"/>
          <a:stretch xmlns:a="http://schemas.openxmlformats.org/drawingml/2006/main"/>
        </p:blipFill>
        <p:spPr>
          <a:xfrm xmlns:a="http://schemas.openxmlformats.org/drawingml/2006/main">
            <a:off x="2419350" y="5032093"/>
            <a:ext cx="609600" cy="603815"/>
          </a:xfrm>
          <a:prstGeom xmlns:a="http://schemas.openxmlformats.org/drawingml/2006/main" prst="rect">
            <a:avLst/>
          </a:prstGeom>
        </p:spPr>
      </p:pic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93C5C90-FA8D-440E-B241-5CC38578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"/>
            <a:ext cx="64008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8FF85D4-EBC7-4A1A-BE1B-437820C3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6725"/>
            <a:ext cx="605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个人介绍</a:t>
            </a:r>
          </a:p>
        </p:txBody>
      </p:sp>
    </p:spTree>
    <p:extLst>
      <p:ext uri="{BB962C8B-B14F-4D97-AF65-F5344CB8AC3E}">
        <p14:creationId xmlns:p14="http://schemas.microsoft.com/office/powerpoint/2010/main" val="3537705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2026-07-08T01:55:26.9870000Z</dcterms:created>
  <dcterms:modified xsi:type="dcterms:W3CDTF">2026-07-08T01:55:26.9870000Z</dcterms:modified>
</coreProperties>
</file>