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9525554094492c" /><Relationship Type="http://schemas.openxmlformats.org/officeDocument/2006/relationships/extended-properties" Target="/docProps/app.xml" Id="Radbf721305244595" /><Relationship Type="http://schemas.openxmlformats.org/officeDocument/2006/relationships/officeDocument" Target="/ppt/presentation.xml" Id="Rc3656780d42046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f6d90b94bd45c0"/>
  </p:sldMasterIdLst>
  <p:notesMasterIdLst>
    <p:notesMasterId xmlns:r="http://schemas.openxmlformats.org/officeDocument/2006/relationships" r:id="R4086d85deef34935"/>
  </p:notesMasterIdLst>
  <p:sldIdLst>
    <p:sldId xmlns:r="http://schemas.openxmlformats.org/officeDocument/2006/relationships" id="256" r:id="R649eae0b2e7f4afd"/>
    <p:sldId xmlns:r="http://schemas.openxmlformats.org/officeDocument/2006/relationships" id="257" r:id="R3869cfb8b7b84efc"/>
    <p:sldId xmlns:r="http://schemas.openxmlformats.org/officeDocument/2006/relationships" id="258" r:id="R2f474e158142436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8ca58241a9f416c" /><Relationship Type="http://schemas.openxmlformats.org/officeDocument/2006/relationships/slideMaster" Target="/ppt/slideMasters/slideMaster1.xml" Id="R9ef6d90b94bd45c0" /><Relationship Type="http://schemas.openxmlformats.org/officeDocument/2006/relationships/notesMaster" Target="/ppt/notesMasters/notesMaster1.xml" Id="R4086d85deef34935" /><Relationship Type="http://schemas.openxmlformats.org/officeDocument/2006/relationships/presProps" Target="/ppt/presProps.xml" Id="R50eff98af2b94c8d" /><Relationship Type="http://schemas.openxmlformats.org/officeDocument/2006/relationships/tableStyles" Target="/ppt/tableStyles.xml" Id="R234ded2a9f014ab5" /><Relationship Type="http://schemas.openxmlformats.org/officeDocument/2006/relationships/slide" Target="/ppt/slides/slide1.xml" Id="R649eae0b2e7f4afd" /><Relationship Type="http://schemas.openxmlformats.org/officeDocument/2006/relationships/slide" Target="/ppt/slides/slide2.xml" Id="R3869cfb8b7b84efc" /><Relationship Type="http://schemas.openxmlformats.org/officeDocument/2006/relationships/slide" Target="/ppt/slides/slide3.xml" Id="R2f474e158142436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fd4964a72048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3a95986645e45f0" /><Relationship Type="http://schemas.openxmlformats.org/officeDocument/2006/relationships/notesMaster" Target="/ppt/notesMasters/notesMaster1.xml" Id="R06dbdb0ecba343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768812fa8e4f10" /><Relationship Type="http://schemas.openxmlformats.org/officeDocument/2006/relationships/notesMaster" Target="/ppt/notesMasters/notesMaster1.xml" Id="R51b1049128e246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2287925236744ab" /><Relationship Type="http://schemas.openxmlformats.org/officeDocument/2006/relationships/notesMaster" Target="/ppt/notesMasters/notesMaster1.xml" Id="R5f46cb59311842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d599d7f35c442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1a1fd984724ccb" /><Relationship Type="http://schemas.openxmlformats.org/officeDocument/2006/relationships/slideLayout" Target="/ppt/slideLayouts/slideLayout1.xml" Id="R44d67ee6961247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d67ee6961247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1b79d2d994445e" /><Relationship Type="http://schemas.openxmlformats.org/officeDocument/2006/relationships/image" Target="/ppt/media/image.png" Id="R65f501f5eb014db5" /><Relationship Type="http://schemas.openxmlformats.org/officeDocument/2006/relationships/notesSlide" Target="/ppt/notesSlides/notesSlide1.xml" Id="R86bc40a5125f40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6668eea5d5468c" /><Relationship Type="http://schemas.openxmlformats.org/officeDocument/2006/relationships/image" Target="/ppt/media/image2.png" Id="R8795ea7d87504de2" /><Relationship Type="http://schemas.openxmlformats.org/officeDocument/2006/relationships/notesSlide" Target="/ppt/notesSlides/notesSlide2.xml" Id="Rb43b20b9b9e441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f8a2a7cfd14690" /><Relationship Type="http://schemas.openxmlformats.org/officeDocument/2006/relationships/image" Target="/ppt/media/image3.png" Id="Re9ad820f4d754576" /><Relationship Type="http://schemas.openxmlformats.org/officeDocument/2006/relationships/image" Target="/ppt/media/image4.png" Id="R7adced09159947cd" /><Relationship Type="http://schemas.openxmlformats.org/officeDocument/2006/relationships/image" Target="/ppt/media/image5.png" Id="R145c078773994156" /><Relationship Type="http://schemas.openxmlformats.org/officeDocument/2006/relationships/image" Target="/ppt/media/image6.png" Id="R357a32ae10044b68" /><Relationship Type="http://schemas.openxmlformats.org/officeDocument/2006/relationships/notesSlide" Target="/ppt/notesSlides/notesSlide3.xml" Id="Re2fe2da43bf14b4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22B921-5595-445A-BF80-77E5A615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52205E-D591-47D4-91D7-A60A7FFA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8763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079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f501f5eb014db5"/>
          <a:stretch xmlns:a="http://schemas.openxmlformats.org/drawingml/2006/main"/>
        </p:blipFill>
        <p:spPr>
          <a:xfrm xmlns:a="http://schemas.openxmlformats.org/drawingml/2006/main">
            <a:off x="742950" y="554439"/>
            <a:ext cx="419100" cy="41512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DFDE5-DA23-4AE0-97E5-09FCDE35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905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 千问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E0D45D-2C82-456F-A66B-1CCAED16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3650"/>
            <a:ext cx="838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01B1BB-FE37-48A6-A829-78B56C12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622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试用期转正答辩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05A44C-C95D-4B62-BBD4-95715F7B2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480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教育 OneRec 探索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6FF0B4-E508-47CC-9860-55A59583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81450"/>
            <a:ext cx="4953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63A4DE-C442-4694-AED9-6F61026E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624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李思奥（龙舌兰）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C2606D-C29F-4568-AB51-229B759A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05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2026.04.13 – 2026.07.12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76891E-B8A8-4A28-9EF8-1DA68079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2669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FCEC3D-7D3D-4336-AE5D-0B61F11A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390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503346-DEFC-446B-9E07-EA35D23E4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5391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Qwen | 学习创新</a:t>
            </a:r>
          </a:p>
        </p:txBody>
      </p:sp>
    </p:spTree>
    <p:extLst>
      <p:ext uri="{BB962C8B-B14F-4D97-AF65-F5344CB8AC3E}">
        <p14:creationId xmlns:p14="http://schemas.microsoft.com/office/powerpoint/2010/main" val="3710820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5ea7d87504de2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25AF43-B75A-4F72-B38F-0FDE3D27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1E5DEB-9E58-4313-8C41-918FFAEC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3FAFC-1006-45AC-B7BE-E60EEE3D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目录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25C606-E13A-40AF-AF7F-E495B2B0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0858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5B8486-AEFF-4308-9D7D-3E774450F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1762125"/>
            <a:ext cx="5505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94850F-ABF6-443F-ADBB-E9DB09B43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6764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32F4E0-61AE-4F0F-BEFD-6074F2A6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18002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35BAF4-5AF9-4F5B-A4D3-DA58AE8B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18669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个人介绍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069D01-2BC0-4362-B42C-F7F2B911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2600325"/>
            <a:ext cx="5505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51D502-55EF-4DE2-8402-2C3BBABC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5146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7D84F4B-F7F5-4FBB-9E6D-232D3455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6384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7E62B3F-9DB9-4F53-91A1-7608DB28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27051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565DC7B-DAEA-4CAE-9B71-4B869897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438525"/>
            <a:ext cx="5505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9BE0575-9061-4CC1-B6DB-20C781C78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3528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BAA2F65-8D15-4EEF-9B74-2F285CD7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4766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CC0C2DF-B5D2-48A4-AB89-D892334F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543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工作产出与案例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80B19B6-BF59-4981-98F6-01CEE8AD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276725"/>
            <a:ext cx="5505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499762-BE33-4F7D-A7E9-AB14D265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1910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3F1E885-D187-49E7-B1B9-CBA3A780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3148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F7023C6-332A-4BDF-99AB-C0CC370B1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3815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主要工作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6534A46-D45A-4600-A689-BD0BC94D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5114925"/>
            <a:ext cx="55054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37B2157-0F39-48D4-AA1B-310E026F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50292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EE0D452-6D79-4977-BBDE-47BCE13EF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5153025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ED00A26-BF26-4AE1-9C5E-7A6246786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52197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思考与总结</a:t>
            </a:r>
          </a:p>
        </p:txBody>
      </p:sp>
    </p:spTree>
    <p:extLst>
      <p:ext uri="{BB962C8B-B14F-4D97-AF65-F5344CB8AC3E}">
        <p14:creationId xmlns:p14="http://schemas.microsoft.com/office/powerpoint/2010/main" val="2960346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ad820f4d754576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ECE31-2CD2-4089-8E8C-A0F62BC6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8E146D-00D6-4AAC-8E1F-DCADA69C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665449-E201-4B23-BE1A-8577ACB6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22CE61-FEB6-4575-A780-3DA960B4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7FD50-B3A6-4640-9CBD-29891EC6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89899D-CAE4-41B5-90FE-6FA173A3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C515339-67EC-406A-BBE6-41C340DB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62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李思奥（龙舌兰）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769ADF-46E4-42DC-B85F-7F160AF7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124075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D206A65-0879-466A-ACC2-5180C640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47900"/>
            <a:ext cx="190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2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4196568-5524-405A-8DED-C1BA6E2A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5622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BA285A2-330E-419F-B4BB-4D6A907B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050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2018.09–2024.06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6A66574-C9F2-4F8C-8DA4-F0462CF3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28875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中国人民大学统计学院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BBC10E9-D571-489F-BDF8-2D077D5E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051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本硕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DD98587-3FF5-4074-A35E-120884DB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4385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8ED6F38-4F3E-4BD3-8DAB-29E0B98F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813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2024.07–2025.03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6F750A5-9FE6-41BD-929D-4AE50A25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05175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腾讯广告 —— 流量支持中心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EA3FD58-85DA-43FB-8F4D-4422BEA4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814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广告业务问题全链路策略优化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6C3D401-7053-475E-A41A-666759DC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148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A8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099F7F5-9D16-4560-A3D6-BE225551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2576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2025.04–2026.03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AF56947-E6A8-4EF3-9C1C-7B29E751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81475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腾讯广告 —— AI 推荐中心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F2F6F83-535B-43F1-8745-4DAD6D0CD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577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生成式推荐与大模型广告落地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C3AAF68-4B2C-428A-A9AF-B92E2783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9112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28575">
            <a:solidFill>
              <a:srgbClr val="635B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29AB681-29D0-455D-A474-C0FFDA9D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133975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2026.04–至今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468DED1-367A-44A5-A18F-DA789E5B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57775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阿里千问 —— 学习创新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5DA8331-8D16-4551-855B-EDF16EC8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334000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教育 OneRec 探索</a:t>
            </a:r>
          </a:p>
        </p:txBody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dced09159947cd"/>
          <a:stretch xmlns:a="http://schemas.openxmlformats.org/drawingml/2006/main"/>
        </p:blipFill>
        <p:spPr>
          <a:xfrm xmlns:a="http://schemas.openxmlformats.org/drawingml/2006/main">
            <a:off x="2400300" y="2381250"/>
            <a:ext cx="647700" cy="647700"/>
          </a:xfrm>
          <a:prstGeom xmlns:a="http://schemas.openxmlformats.org/drawingml/2006/main" prst="rect">
            <a:avLst/>
          </a:prstGeom>
        </p:spPr>
      </p:pic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5c078773994156"/>
          <a:stretch xmlns:a="http://schemas.openxmlformats.org/drawingml/2006/main"/>
        </p:blipFill>
        <p:spPr>
          <a:xfrm xmlns:a="http://schemas.openxmlformats.org/drawingml/2006/main">
            <a:off x="2019300" y="3876621"/>
            <a:ext cx="1581150" cy="285858"/>
          </a:xfrm>
          <a:prstGeom xmlns:a="http://schemas.openxmlformats.org/drawingml/2006/main" prst="rect">
            <a:avLst/>
          </a:prstGeom>
        </p:spPr>
      </p:pic>
      <p:pic>
        <p:nvPicPr>
          <p:cNvPr id="9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7a32ae10044b68"/>
          <a:stretch xmlns:a="http://schemas.openxmlformats.org/drawingml/2006/main"/>
        </p:blipFill>
        <p:spPr>
          <a:xfrm xmlns:a="http://schemas.openxmlformats.org/drawingml/2006/main">
            <a:off x="2419350" y="5032093"/>
            <a:ext cx="609600" cy="603815"/>
          </a:xfrm>
          <a:prstGeom xmlns:a="http://schemas.openxmlformats.org/drawingml/2006/main" prst="rect">
            <a:avLst/>
          </a:prstGeom>
        </p:spPr>
      </p:pic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FB215EC-9757-446B-B77C-8D105B67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"/>
            <a:ext cx="64008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C214F05-FFDE-46FF-81EB-49CC23CB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6725"/>
            <a:ext cx="605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个人介绍</a:t>
            </a:r>
          </a:p>
        </p:txBody>
      </p:sp>
    </p:spTree>
    <p:extLst>
      <p:ext uri="{BB962C8B-B14F-4D97-AF65-F5344CB8AC3E}">
        <p14:creationId xmlns:p14="http://schemas.microsoft.com/office/powerpoint/2010/main" val="3537705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2026-07-08T03:21:46.2880000Z</dcterms:created>
  <dcterms:modified xsi:type="dcterms:W3CDTF">2026-07-08T03:21:46.2880000Z</dcterms:modified>
</coreProperties>
</file>