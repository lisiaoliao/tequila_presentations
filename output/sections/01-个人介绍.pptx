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da31e296cb4d87" /><Relationship Type="http://schemas.openxmlformats.org/officeDocument/2006/relationships/extended-properties" Target="/docProps/app.xml" Id="R4fcb2ab7bf9349bc" /><Relationship Type="http://schemas.openxmlformats.org/officeDocument/2006/relationships/officeDocument" Target="/ppt/presentation.xml" Id="R136339cd0c4a4ce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d20926b4aa9484f"/>
  </p:sldMasterIdLst>
  <p:notesMasterIdLst>
    <p:notesMasterId xmlns:r="http://schemas.openxmlformats.org/officeDocument/2006/relationships" r:id="R1596497c5b324018"/>
  </p:notesMasterIdLst>
  <p:sldIdLst>
    <p:sldId xmlns:r="http://schemas.openxmlformats.org/officeDocument/2006/relationships" id="256" r:id="Rd2158651175f4b52"/>
    <p:sldId xmlns:r="http://schemas.openxmlformats.org/officeDocument/2006/relationships" id="257" r:id="Rea2cd94c2f224b12"/>
    <p:sldId xmlns:r="http://schemas.openxmlformats.org/officeDocument/2006/relationships" id="258" r:id="R63f08a565b364f0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9d1cc694c64ac5" /><Relationship Type="http://schemas.openxmlformats.org/officeDocument/2006/relationships/slideMaster" Target="/ppt/slideMasters/slideMaster1.xml" Id="Rdd20926b4aa9484f" /><Relationship Type="http://schemas.openxmlformats.org/officeDocument/2006/relationships/notesMaster" Target="/ppt/notesMasters/notesMaster1.xml" Id="R1596497c5b324018" /><Relationship Type="http://schemas.openxmlformats.org/officeDocument/2006/relationships/presProps" Target="/ppt/presProps.xml" Id="Rfc5ac8693e634469" /><Relationship Type="http://schemas.openxmlformats.org/officeDocument/2006/relationships/tableStyles" Target="/ppt/tableStyles.xml" Id="R4836101686794161" /><Relationship Type="http://schemas.openxmlformats.org/officeDocument/2006/relationships/slide" Target="/ppt/slides/slide1.xml" Id="Rd2158651175f4b52" /><Relationship Type="http://schemas.openxmlformats.org/officeDocument/2006/relationships/slide" Target="/ppt/slides/slide2.xml" Id="Rea2cd94c2f224b12" /><Relationship Type="http://schemas.openxmlformats.org/officeDocument/2006/relationships/slide" Target="/ppt/slides/slide3.xml" Id="R63f08a565b364f0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89f6d16b2734c6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04a8349e9e34725" /><Relationship Type="http://schemas.openxmlformats.org/officeDocument/2006/relationships/notesMaster" Target="/ppt/notesMasters/notesMaster1.xml" Id="R2e3254a5cc58411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6343106adfa475a" /><Relationship Type="http://schemas.openxmlformats.org/officeDocument/2006/relationships/notesMaster" Target="/ppt/notesMasters/notesMaster1.xml" Id="R27d749f24ba64f4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8d623edb945433b" /><Relationship Type="http://schemas.openxmlformats.org/officeDocument/2006/relationships/notesMaster" Target="/ppt/notesMasters/notesMaster1.xml" Id="Ra60e5fa107174c7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2778d08d63486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df8b2da94ac4d93" /><Relationship Type="http://schemas.openxmlformats.org/officeDocument/2006/relationships/slideLayout" Target="/ppt/slideLayouts/slideLayout1.xml" Id="Ra74e77b5766b473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74e77b5766b473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3361a76a0b45fd" /><Relationship Type="http://schemas.openxmlformats.org/officeDocument/2006/relationships/image" Target="/ppt/media/image.png" Id="R19f24c5f3df84908" /><Relationship Type="http://schemas.openxmlformats.org/officeDocument/2006/relationships/notesSlide" Target="/ppt/notesSlides/notesSlide1.xml" Id="R104e0be94a974dc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cedfe34e0a4480" /><Relationship Type="http://schemas.openxmlformats.org/officeDocument/2006/relationships/image" Target="/ppt/media/image2.png" Id="Re69a02ad35a14b8e" /><Relationship Type="http://schemas.openxmlformats.org/officeDocument/2006/relationships/notesSlide" Target="/ppt/notesSlides/notesSlide2.xml" Id="Raab7633730b940f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ca6f3f7ec64e42" /><Relationship Type="http://schemas.openxmlformats.org/officeDocument/2006/relationships/image" Target="/ppt/media/image3.png" Id="R396051f722e34e8f" /><Relationship Type="http://schemas.openxmlformats.org/officeDocument/2006/relationships/image" Target="/ppt/media/image4.png" Id="R93d951d38f8a4da8" /><Relationship Type="http://schemas.openxmlformats.org/officeDocument/2006/relationships/image" Target="/ppt/media/image5.png" Id="R346c5210f21c4048" /><Relationship Type="http://schemas.openxmlformats.org/officeDocument/2006/relationships/image" Target="/ppt/media/image6.png" Id="R273df0f17df14780" /><Relationship Type="http://schemas.openxmlformats.org/officeDocument/2006/relationships/image" Target="/ppt/media/image7.png" Id="R9ec1dd687956481f" /><Relationship Type="http://schemas.openxmlformats.org/officeDocument/2006/relationships/notesSlide" Target="/ppt/notesSlides/notesSlide3.xml" Id="Rb95bad2587a8470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22B921-5595-445A-BF80-77E5A615D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0"/>
            <a:ext cx="3619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52205E-D591-47D4-91D7-A60A7FFA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87630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07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855114-FD93-48B4-B10D-076B86DB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2860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f24c5f3df84908"/>
          <a:stretch xmlns:a="http://schemas.openxmlformats.org/drawingml/2006/main"/>
        </p:blipFill>
        <p:spPr>
          <a:xfrm xmlns:a="http://schemas.openxmlformats.org/drawingml/2006/main">
            <a:off x="742950" y="554439"/>
            <a:ext cx="419100" cy="4151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DFDE5-DA23-4AE0-97E5-09FCDE35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905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 千问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C98AD4-084D-4525-810F-C1768570D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76500"/>
            <a:ext cx="5715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试用期转正答辩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FA153F-B823-45A3-B09F-7EA34F4F3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242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教育 OneRec 探索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D70A83-F8DB-4BFF-BFF6-68D6C98A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62350"/>
            <a:ext cx="4000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3C31F3-291F-45D0-BB8C-32B06B892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29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李思奥（龙舌兰）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CC9D1A-806D-4638-B82F-3195AD6B8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5295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2026.04.13 - 2026.07.12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34D010-8F2A-4E98-BB45-0CA3411E6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0540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从教育资源理解到可约束、可评估的生成式推荐链路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00EF7B-A614-4D3A-B67A-9E568F665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61341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Qwen | 学习创新</a:t>
            </a:r>
          </a:p>
        </p:txBody>
      </p:sp>
    </p:spTree>
    <p:extLst>
      <p:ext uri="{BB962C8B-B14F-4D97-AF65-F5344CB8AC3E}">
        <p14:creationId xmlns:p14="http://schemas.microsoft.com/office/powerpoint/2010/main" val="3710820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9a02ad35a14b8e"/>
          <a:stretch xmlns:a="http://schemas.openxmlformats.org/drawingml/2006/main"/>
        </p:blipFill>
        <p:spPr>
          <a:xfrm xmlns:a="http://schemas.openxmlformats.org/drawingml/2006/main">
            <a:off x="9925050" y="30633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25AF43-B75A-4F72-B38F-0FDE3D27D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33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1E5DEB-9E58-4313-8C41-918FFAEC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340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千问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C3FAFC-1006-45AC-B7BE-E60EEE3DC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目录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25C606-E13A-40AF-AF7F-E495B2B0E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BA3AF9A-1137-40C6-A371-240FAEF70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1609725"/>
            <a:ext cx="5581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287C9C-DF45-4534-9220-75113A82B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15240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E88EFF-7A66-4924-A406-FA7CCCE0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16478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40601E8-0C4D-4ACA-A449-565DD2C8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1714500"/>
            <a:ext cx="558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个人介绍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6B30F4E-4437-4EB1-800E-EB4A94399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447925"/>
            <a:ext cx="5581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94AC598-E2F8-4953-AFA1-F4C5E31B8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3622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2D9C66D-559A-4730-8C32-7E6E6FF80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4860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AE3B666-C87E-45F8-995B-519D983B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552700"/>
            <a:ext cx="558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背景与目标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302A81F-B53C-4CEC-8A88-419956A11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286125"/>
            <a:ext cx="5581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0C91A4B-75FA-4AA2-B0D4-51FC0269F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2004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B40ECC8-C7E7-4621-8BD7-F0B97DDBF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3242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35BCFC6-2638-43CA-87D8-51D82F8F4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390900"/>
            <a:ext cx="558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工作产出与案例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3EF2F44-D7FE-4137-8BEB-56D87ED76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4124325"/>
            <a:ext cx="5581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F934246-085C-43AA-A267-8335535D0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0386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25847D5-6676-449E-ADC8-A605F9050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1624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DFFE1E1-B139-41E8-9183-93AA1C971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4229100"/>
            <a:ext cx="558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主要工作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3ECC91A-07D6-415A-BBA1-45DD061B3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4962525"/>
            <a:ext cx="5581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B6DC8FD-E1EF-4379-8634-C0A1D7ED4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8768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6E5B032-1998-4460-A452-1C45A1036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50006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39560BA-3976-4975-AF8C-8835FBBF9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5067300"/>
            <a:ext cx="558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思考与总结</a:t>
            </a:r>
          </a:p>
        </p:txBody>
      </p:sp>
    </p:spTree>
    <p:extLst>
      <p:ext uri="{BB962C8B-B14F-4D97-AF65-F5344CB8AC3E}">
        <p14:creationId xmlns:p14="http://schemas.microsoft.com/office/powerpoint/2010/main" val="2960346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6051f722e34e8f"/>
          <a:stretch xmlns:a="http://schemas.openxmlformats.org/drawingml/2006/main"/>
        </p:blipFill>
        <p:spPr>
          <a:xfrm xmlns:a="http://schemas.openxmlformats.org/drawingml/2006/main">
            <a:off x="9925050" y="30633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3ECE31-2CD2-4089-8E8C-A0F62BC6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33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8E146D-00D6-4AAC-8E1F-DCADA69C8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340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千问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665449-E201-4B23-BE1A-8577ACB6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22CE61-FEB6-4575-A780-3DA960B47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9575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E26223-44E0-4D86-8D18-C43FCABB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6572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07FD50-B3A6-4640-9CBD-29891EC65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66800"/>
            <a:ext cx="11049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89899D-CAE4-41B5-90FE-6FA173A3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1023466-698E-4D8E-B480-0BE4966D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6725"/>
            <a:ext cx="6038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个人介绍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0351797-41D0-4822-B260-EDC3D693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097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李思奥（龙舌兰）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3CBE01C-4959-4D93-BB84-DE66C122E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1971675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6FCDF10-27E2-4FE3-98FE-AA8E4C8C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266950"/>
            <a:ext cx="1905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2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7C1DED1-DA9E-439E-A380-140290D7D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098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A8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657BEFA-D647-48D3-8FC7-FADF86190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52675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2018.09–2024.06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E1753D8-0EB7-4156-B4E4-74B0A3C99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9552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中国人民大学统计学院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502C1CC-CC54-4D6B-82CF-323C524CF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431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本硕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F2112FD-4523-496B-9F30-8415E6726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A8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FE2EA26-404E-4A6A-8AF3-5CF14C22E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28975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2024.07–2025.03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044D3FE-2565-4731-8467-A85C6F2F3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7182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腾讯广告 —— 流量支持中心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763EF96-49FE-447F-B392-08B1F9CAC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194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广告业务问题全链路策略优化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5E838C8-D98F-4A71-AA16-A9AE8487B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1624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A8F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E29A591-7341-4027-93BA-89B5B2D26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05275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2025.04–2026.03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1CFC09D-15BE-405D-88BE-D6E1EB9A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4812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腾讯广告 —— AI 推荐中心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7CFF037-300E-4D43-84BD-757894EC0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957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生成式推荐与大模型广告落地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D33130E-7117-483C-B5E4-AF1BE2E7B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0387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28575">
            <a:solidFill>
              <a:srgbClr val="635B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CB8619E-77D9-4252-9ED8-F0738F1C5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981575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2026.04–至今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B2F3051-464A-41BC-BA21-36043F48F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92442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阿里千问 —— 学习创新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E56EBE5-2B70-44F3-9025-2EE638DB0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720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教育 OneRec 探索</a:t>
            </a:r>
          </a:p>
        </p:txBody>
      </p:sp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d951d38f8a4da8"/>
          <a:stretch xmlns:a="http://schemas.openxmlformats.org/drawingml/2006/main"/>
        </p:blipFill>
        <p:spPr>
          <a:xfrm xmlns:a="http://schemas.openxmlformats.org/drawingml/2006/main">
            <a:off x="1962150" y="2257425"/>
            <a:ext cx="590550" cy="590550"/>
          </a:xfrm>
          <a:prstGeom xmlns:a="http://schemas.openxmlformats.org/drawingml/2006/main" prst="rect">
            <a:avLst/>
          </a:prstGeom>
        </p:spPr>
      </p:pic>
      <p:pic>
        <p:nvPicPr>
          <p:cNvPr id="9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6c5210f21c4048"/>
          <a:stretch xmlns:a="http://schemas.openxmlformats.org/drawingml/2006/main"/>
        </p:blipFill>
        <p:spPr>
          <a:xfrm xmlns:a="http://schemas.openxmlformats.org/drawingml/2006/main">
            <a:off x="1524000" y="3298125"/>
            <a:ext cx="1447800" cy="261749"/>
          </a:xfrm>
          <a:prstGeom xmlns:a="http://schemas.openxmlformats.org/drawingml/2006/main" prst="rect">
            <a:avLst/>
          </a:prstGeom>
        </p:spPr>
      </p:pic>
      <p:pic>
        <p:nvPicPr>
          <p:cNvPr id="9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3df0f17df14780"/>
          <a:stretch xmlns:a="http://schemas.openxmlformats.org/drawingml/2006/main"/>
        </p:blipFill>
        <p:spPr>
          <a:xfrm xmlns:a="http://schemas.openxmlformats.org/drawingml/2006/main">
            <a:off x="1524000" y="4174425"/>
            <a:ext cx="1447800" cy="261749"/>
          </a:xfrm>
          <a:prstGeom xmlns:a="http://schemas.openxmlformats.org/drawingml/2006/main" prst="rect">
            <a:avLst/>
          </a:prstGeom>
        </p:spPr>
      </p:pic>
      <p:pic>
        <p:nvPicPr>
          <p:cNvPr id="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c1dd687956481f"/>
          <a:stretch xmlns:a="http://schemas.openxmlformats.org/drawingml/2006/main"/>
        </p:blipFill>
        <p:spPr>
          <a:xfrm xmlns:a="http://schemas.openxmlformats.org/drawingml/2006/main">
            <a:off x="2000250" y="4917431"/>
            <a:ext cx="533400" cy="52833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705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2026-07-07T11:05:24.1770000Z</dcterms:created>
  <dcterms:modified xsi:type="dcterms:W3CDTF">2026-07-07T11:05:24.1770000Z</dcterms:modified>
</coreProperties>
</file>