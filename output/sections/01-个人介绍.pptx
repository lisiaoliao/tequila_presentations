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69dfdfa8b34715" /><Relationship Type="http://schemas.openxmlformats.org/officeDocument/2006/relationships/extended-properties" Target="/docProps/app.xml" Id="Re5772927ce3d4240" /><Relationship Type="http://schemas.openxmlformats.org/officeDocument/2006/relationships/officeDocument" Target="/ppt/presentation.xml" Id="R38bff014a77e4f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7d40e6056244fa"/>
  </p:sldMasterIdLst>
  <p:notesMasterIdLst>
    <p:notesMasterId xmlns:r="http://schemas.openxmlformats.org/officeDocument/2006/relationships" r:id="R036b7a8616a74666"/>
  </p:notesMasterIdLst>
  <p:sldIdLst>
    <p:sldId xmlns:r="http://schemas.openxmlformats.org/officeDocument/2006/relationships" id="256" r:id="R4930d2259f6746c9"/>
    <p:sldId xmlns:r="http://schemas.openxmlformats.org/officeDocument/2006/relationships" id="257" r:id="R459285239e2446fb"/>
    <p:sldId xmlns:r="http://schemas.openxmlformats.org/officeDocument/2006/relationships" id="258" r:id="R8bb3efe17afb491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8680730f22410f" /><Relationship Type="http://schemas.openxmlformats.org/officeDocument/2006/relationships/slideMaster" Target="/ppt/slideMasters/slideMaster1.xml" Id="R097d40e6056244fa" /><Relationship Type="http://schemas.openxmlformats.org/officeDocument/2006/relationships/notesMaster" Target="/ppt/notesMasters/notesMaster1.xml" Id="R036b7a8616a74666" /><Relationship Type="http://schemas.openxmlformats.org/officeDocument/2006/relationships/presProps" Target="/ppt/presProps.xml" Id="Rdae82f48b00c4f0e" /><Relationship Type="http://schemas.openxmlformats.org/officeDocument/2006/relationships/tableStyles" Target="/ppt/tableStyles.xml" Id="Ra9f15cc5fd3145f8" /><Relationship Type="http://schemas.openxmlformats.org/officeDocument/2006/relationships/slide" Target="/ppt/slides/slide1.xml" Id="R4930d2259f6746c9" /><Relationship Type="http://schemas.openxmlformats.org/officeDocument/2006/relationships/slide" Target="/ppt/slides/slide2.xml" Id="R459285239e2446fb" /><Relationship Type="http://schemas.openxmlformats.org/officeDocument/2006/relationships/slide" Target="/ppt/slides/slide3.xml" Id="R8bb3efe17afb49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6af8406b87649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83239ba497441e" /><Relationship Type="http://schemas.openxmlformats.org/officeDocument/2006/relationships/notesMaster" Target="/ppt/notesMasters/notesMaster1.xml" Id="R214c67e7d14243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c0dc16ca5f145cd" /><Relationship Type="http://schemas.openxmlformats.org/officeDocument/2006/relationships/notesMaster" Target="/ppt/notesMasters/notesMaster1.xml" Id="R36bb90c080a94d0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621908818943e8" /><Relationship Type="http://schemas.openxmlformats.org/officeDocument/2006/relationships/notesMaster" Target="/ppt/notesMasters/notesMaster1.xml" Id="Rfab786a566d94a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ef2c2cda5843f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ab374f9eb24775" /><Relationship Type="http://schemas.openxmlformats.org/officeDocument/2006/relationships/slideLayout" Target="/ppt/slideLayouts/slideLayout1.xml" Id="R413089f060c149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13089f060c149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5f77b676204a6f" /><Relationship Type="http://schemas.openxmlformats.org/officeDocument/2006/relationships/image" Target="/ppt/media/image.png" Id="Rb255c127a9854a1a" /><Relationship Type="http://schemas.openxmlformats.org/officeDocument/2006/relationships/notesSlide" Target="/ppt/notesSlides/notesSlide1.xml" Id="R77c0f783ac8247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36cbf6e884896" /><Relationship Type="http://schemas.openxmlformats.org/officeDocument/2006/relationships/image" Target="/ppt/media/image2.png" Id="Rdbd4dfaf6d154f10" /><Relationship Type="http://schemas.openxmlformats.org/officeDocument/2006/relationships/notesSlide" Target="/ppt/notesSlides/notesSlide2.xml" Id="R9b9e19d4dce9459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48f9e7ad8d42c7" /><Relationship Type="http://schemas.openxmlformats.org/officeDocument/2006/relationships/image" Target="/ppt/media/image3.png" Id="R781627a10b2749d1" /><Relationship Type="http://schemas.openxmlformats.org/officeDocument/2006/relationships/image" Target="/ppt/media/image4.png" Id="R307f7f1c984d4d37" /><Relationship Type="http://schemas.openxmlformats.org/officeDocument/2006/relationships/image" Target="/ppt/media/image5.png" Id="R669bc22a35d3492b" /><Relationship Type="http://schemas.openxmlformats.org/officeDocument/2006/relationships/image" Target="/ppt/media/image6.png" Id="R9afe944ce769473f" /><Relationship Type="http://schemas.openxmlformats.org/officeDocument/2006/relationships/image" Target="/ppt/media/image7.png" Id="Rd476eb6739064867" /><Relationship Type="http://schemas.openxmlformats.org/officeDocument/2006/relationships/notesSlide" Target="/ppt/notesSlides/notesSlide3.xml" Id="Rca0575b45db242f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22B921-5595-445A-BF80-77E5A615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52205E-D591-47D4-91D7-A60A7FFA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8763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07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855114-FD93-48B4-B10D-076B86DB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286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55c127a9854a1a"/>
          <a:stretch xmlns:a="http://schemas.openxmlformats.org/drawingml/2006/main"/>
        </p:blipFill>
        <p:spPr>
          <a:xfrm xmlns:a="http://schemas.openxmlformats.org/drawingml/2006/main">
            <a:off x="742950" y="554439"/>
            <a:ext cx="419100" cy="4151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DFDE5-DA23-4AE0-97E5-09FCDE35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905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 千问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C98AD4-084D-4525-810F-C1768570D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571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试用期转正答辩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FA153F-B823-45A3-B09F-7EA34F4F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教育 OneRec 探索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D70A83-F8DB-4BFF-BFF6-68D6C98A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2350"/>
            <a:ext cx="400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3C31F3-291F-45D0-BB8C-32B06B89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李思奥（龙舌兰）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CC9D1A-806D-4638-B82F-3195AD6B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2026.04.13 - 2026.07.12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34D010-8F2A-4E98-BB45-0CA3411E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0540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从教育资源理解到可约束、可评估的生成式推荐链路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00EF7B-A614-4D3A-B67A-9E568F66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61341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Qwen | 学习创新</a:t>
            </a:r>
          </a:p>
        </p:txBody>
      </p:sp>
    </p:spTree>
    <p:extLst>
      <p:ext uri="{BB962C8B-B14F-4D97-AF65-F5344CB8AC3E}">
        <p14:creationId xmlns:p14="http://schemas.microsoft.com/office/powerpoint/2010/main" val="3710820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d4dfaf6d154f10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5AF43-B75A-4F72-B38F-0FDE3D27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E5DEB-9E58-4313-8C41-918FFAEC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3FAFC-1006-45AC-B7BE-E60EEE3D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目录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25C606-E13A-40AF-AF7F-E495B2B0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3B9B6F-569E-41AC-AD98-D5B5F349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09725"/>
            <a:ext cx="521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4BC510-4065-46A4-ADEE-784951B5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5240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EA7D1B-0BE4-425A-AA74-51892841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478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40B41A-270E-4C24-90B6-1D3F4CB55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72402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个人介绍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43C268-A0C4-4F7E-969C-F1DC9C0F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7430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试用期主线与能力背景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CC3882-708F-4FB1-89E4-378C3B32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47925"/>
            <a:ext cx="521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4C4509-F68B-4E35-9158-D483EBA3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622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08B177-FB1E-42CC-A5D5-C7078376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860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E173BE-8492-4E9A-8192-860354A8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56222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3D3FCA-9FD2-4468-ADBB-78B27F19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812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教育推荐为什么需要 OneRec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CC0ADE-0D1A-40C1-9748-38DA3881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86125"/>
            <a:ext cx="521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56F6DA-F453-49EF-BA45-2C6AEFA35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004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DC9AB4-73A8-4E81-A297-6B74B231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242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5DF0AC-5092-45F5-B688-F53C644C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40042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工作产出与案例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EF3B81-3801-48DC-970F-CBD30DAB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4194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五个差异点 + 六个 demo case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29EF32-5879-4601-B36B-30DD1121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24325"/>
            <a:ext cx="521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07DBEB-685E-4024-B22F-32DE1950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386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80194C-1F23-4498-AB29-4461153A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624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422139-1C99-467A-948A-10C60A86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23862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主要工作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B44DAA-C335-4725-8B98-14DAE4DE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2576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Tokenizer、训练、下游任务、限制性解码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EC20B4-339A-4818-8B52-01CD9424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62525"/>
            <a:ext cx="521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0AD58D-FF0D-4438-974C-6EB701B2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2E6ABD-7841-44E4-816E-F40A4825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006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722C08-A4F5-4BA8-B715-B86926E2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507682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效果与复盘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F403D7-38EC-473A-9B96-14D281A3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095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指标收益、坑点和后续方向</a:t>
            </a:r>
          </a:p>
        </p:txBody>
      </p:sp>
    </p:spTree>
    <p:extLst>
      <p:ext uri="{BB962C8B-B14F-4D97-AF65-F5344CB8AC3E}">
        <p14:creationId xmlns:p14="http://schemas.microsoft.com/office/powerpoint/2010/main" val="2960346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1627a10b2749d1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ECE31-2CD2-4089-8E8C-A0F62BC6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8E146D-00D6-4AAC-8E1F-DCADA69C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65449-E201-4B23-BE1A-8577ACB6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2CE61-FEB6-4575-A780-3DA960B4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26223-44E0-4D86-8D18-C43FCABB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9C2E4-B50C-4DC9-A875-53B8173E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6725"/>
            <a:ext cx="603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个人介绍 | 试用期主线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7FD50-B3A6-4640-9CBD-29891EC6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89899D-CAE4-41B5-90FE-6FA173A3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CCAF77-ABA7-483B-91A3-02AFC8EC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4780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李思奥（龙舌兰）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0F0A0D-AC30-49A4-9730-34E97C16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729CF0-8B6E-4BFC-B2DE-7AFADCC8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统计建模 · 推荐广告链路 · 生成式推荐探索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C66EDA-9585-4CB6-953F-543DEF34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91440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7E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DD4342-D485-403A-A235-A3EB7076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7655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统计背景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69D1FE-E048-4330-AAED-432E5DBE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800350"/>
            <a:ext cx="91440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7E7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3DF612-6A35-44E6-81DD-A1E8AD02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87655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广告推荐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4138EC-7F40-40BE-9B28-7C90DC52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00350"/>
            <a:ext cx="91440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9525">
            <a:solidFill>
              <a:srgbClr val="C7E7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492B6F-8160-4D03-8350-99B544D2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7655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OneRec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4933AE-B094-4B53-96CC-7F3F8653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428750"/>
            <a:ext cx="190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2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7f7f1c984d4d37"/>
          <a:stretch xmlns:a="http://schemas.openxmlformats.org/drawingml/2006/main"/>
        </p:blipFill>
        <p:spPr>
          <a:xfrm xmlns:a="http://schemas.openxmlformats.org/drawingml/2006/main">
            <a:off x="4305300" y="1495425"/>
            <a:ext cx="476250" cy="47625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31BFF0-4B26-4D2F-A9E2-3C2BA1FF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09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447B83-FCE9-4773-9FA4-1770E66EA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5430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2018.09 - 2024.06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B35967-4BFB-4AAE-9F27-CA9B407C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5621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中国人民大学统计学院（本硕）</a:t>
            </a:r>
          </a:p>
        </p:txBody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9bc22a35d3492b"/>
          <a:stretch xmlns:a="http://schemas.openxmlformats.org/drawingml/2006/main"/>
        </p:blipFill>
        <p:spPr>
          <a:xfrm xmlns:a="http://schemas.openxmlformats.org/drawingml/2006/main">
            <a:off x="4038600" y="2576647"/>
            <a:ext cx="1104900" cy="199756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C5794D-F342-4F7E-8B91-BC5B6FF30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5812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9F2582-AB3A-4117-B316-0447C437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5146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2024.07 - 2025.03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E60C49-B5DA-45CA-A0B6-B7A8BA3E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3365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流量支持中心</a:t>
            </a:r>
          </a:p>
          <a:p xmlns:a="http://schemas.openxmlformats.org/drawingml/2006/main">
            <a:pPr>
              <a:buNone/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广告业务问题全链路策略优化</a:t>
            </a:r>
          </a:p>
        </p:txBody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fe944ce769473f"/>
          <a:stretch xmlns:a="http://schemas.openxmlformats.org/drawingml/2006/main"/>
        </p:blipFill>
        <p:spPr>
          <a:xfrm xmlns:a="http://schemas.openxmlformats.org/drawingml/2006/main">
            <a:off x="4038600" y="3548197"/>
            <a:ext cx="1104900" cy="199756"/>
          </a:xfrm>
          <a:prstGeom xmlns:a="http://schemas.openxmlformats.org/drawingml/2006/main" prst="rect">
            <a:avLst/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4E2E42-59F8-40DE-BBA3-DB5399CD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5528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254EB7-E332-4619-BEB4-0E927703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486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2025.04 - 2026.03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BB3281-A29F-4F7D-B84F-90F66223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052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AI 推荐中心</a:t>
            </a:r>
          </a:p>
          <a:p xmlns:a="http://schemas.openxmlformats.org/drawingml/2006/main">
            <a:pPr>
              <a:buNone/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生成式推荐与大模型广告落地</a:t>
            </a:r>
          </a:p>
        </p:txBody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76eb6739064867"/>
          <a:stretch xmlns:a="http://schemas.openxmlformats.org/drawingml/2006/main"/>
        </p:blipFill>
        <p:spPr>
          <a:xfrm xmlns:a="http://schemas.openxmlformats.org/drawingml/2006/main">
            <a:off x="4095750" y="4468762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F0255B-B129-44FD-A4B5-29CC0AF3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5243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28575">
            <a:solidFill>
              <a:srgbClr val="635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9E91A2-AC64-48D8-8647-133F9198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4577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2026.04 - 至今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B60FF9-91AE-485C-BED8-F13D79FC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7675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学习创新</a:t>
            </a:r>
          </a:p>
          <a:p xmlns:a="http://schemas.openxmlformats.org/drawingml/2006/main">
            <a:pPr>
              <a:buNone/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教育 OneRec 探索</a:t>
            </a:r>
          </a:p>
        </p:txBody>
      </p:sp>
    </p:spTree>
    <p:extLst>
      <p:ext uri="{BB962C8B-B14F-4D97-AF65-F5344CB8AC3E}">
        <p14:creationId xmlns:p14="http://schemas.microsoft.com/office/powerpoint/2010/main" val="3537705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2026-07-07T06:50:55.3980000Z</dcterms:created>
  <dcterms:modified xsi:type="dcterms:W3CDTF">2026-07-07T06:50:55.3980000Z</dcterms:modified>
</coreProperties>
</file>