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fa01a43d49a49be" /><Relationship Type="http://schemas.openxmlformats.org/officeDocument/2006/relationships/extended-properties" Target="/docProps/app.xml" Id="R67ff2d07079142b3" /><Relationship Type="http://schemas.openxmlformats.org/officeDocument/2006/relationships/officeDocument" Target="/ppt/presentation.xml" Id="R1820acaa5a9d40b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6e2e73f9c61466a"/>
  </p:sldMasterIdLst>
  <p:notesMasterIdLst>
    <p:notesMasterId xmlns:r="http://schemas.openxmlformats.org/officeDocument/2006/relationships" r:id="R2812a782c0cf492b"/>
  </p:notesMasterIdLst>
  <p:sldIdLst>
    <p:sldId xmlns:r="http://schemas.openxmlformats.org/officeDocument/2006/relationships" id="256" r:id="Rac164fc6a39749b7"/>
    <p:sldId xmlns:r="http://schemas.openxmlformats.org/officeDocument/2006/relationships" id="257" r:id="Rfdc7237a04d44e79"/>
    <p:sldId xmlns:r="http://schemas.openxmlformats.org/officeDocument/2006/relationships" id="258" r:id="R68e4e88293214aa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0e9c755a1f542b2" /><Relationship Type="http://schemas.openxmlformats.org/officeDocument/2006/relationships/slideMaster" Target="/ppt/slideMasters/slideMaster1.xml" Id="Rd6e2e73f9c61466a" /><Relationship Type="http://schemas.openxmlformats.org/officeDocument/2006/relationships/notesMaster" Target="/ppt/notesMasters/notesMaster1.xml" Id="R2812a782c0cf492b" /><Relationship Type="http://schemas.openxmlformats.org/officeDocument/2006/relationships/presProps" Target="/ppt/presProps.xml" Id="R524606df3a75450b" /><Relationship Type="http://schemas.openxmlformats.org/officeDocument/2006/relationships/tableStyles" Target="/ppt/tableStyles.xml" Id="Rd19cd48907424993" /><Relationship Type="http://schemas.openxmlformats.org/officeDocument/2006/relationships/slide" Target="/ppt/slides/slide1.xml" Id="Rac164fc6a39749b7" /><Relationship Type="http://schemas.openxmlformats.org/officeDocument/2006/relationships/slide" Target="/ppt/slides/slide2.xml" Id="Rfdc7237a04d44e79" /><Relationship Type="http://schemas.openxmlformats.org/officeDocument/2006/relationships/slide" Target="/ppt/slides/slide3.xml" Id="R68e4e88293214aa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39eae6b14ce45f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d2fb34271034b02" /><Relationship Type="http://schemas.openxmlformats.org/officeDocument/2006/relationships/notesMaster" Target="/ppt/notesMasters/notesMaster1.xml" Id="R30e1c64b682d448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c682e24c7f94f4d" /><Relationship Type="http://schemas.openxmlformats.org/officeDocument/2006/relationships/notesMaster" Target="/ppt/notesMasters/notesMaster1.xml" Id="R39e2ce86e30e4cb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8ceec587f734b24" /><Relationship Type="http://schemas.openxmlformats.org/officeDocument/2006/relationships/notesMaster" Target="/ppt/notesMasters/notesMaster1.xml" Id="R5429b7d250e74d5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0dc129f39f405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5a3066b8d764a30" /><Relationship Type="http://schemas.openxmlformats.org/officeDocument/2006/relationships/slideLayout" Target="/ppt/slideLayouts/slideLayout1.xml" Id="R78d4b8be0de34c0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8d4b8be0de34c0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620d97ffee4d5e" /><Relationship Type="http://schemas.openxmlformats.org/officeDocument/2006/relationships/image" Target="/ppt/media/image.png" Id="Ree3f03fd092345df" /><Relationship Type="http://schemas.openxmlformats.org/officeDocument/2006/relationships/notesSlide" Target="/ppt/notesSlides/notesSlide1.xml" Id="R7de67f8d00e6498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2525860beb4775" /><Relationship Type="http://schemas.openxmlformats.org/officeDocument/2006/relationships/image" Target="/ppt/media/image2.png" Id="R9040dead78244ed5" /><Relationship Type="http://schemas.openxmlformats.org/officeDocument/2006/relationships/notesSlide" Target="/ppt/notesSlides/notesSlide2.xml" Id="Red914123127b4de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553860fea84036" /><Relationship Type="http://schemas.openxmlformats.org/officeDocument/2006/relationships/image" Target="/ppt/media/image3.png" Id="Rb298ec20aa2f4824" /><Relationship Type="http://schemas.openxmlformats.org/officeDocument/2006/relationships/image" Target="/ppt/media/image4.png" Id="R8fec904f4fbd4d8f" /><Relationship Type="http://schemas.openxmlformats.org/officeDocument/2006/relationships/image" Target="/ppt/media/image5.png" Id="R5f970bc1712342a2" /><Relationship Type="http://schemas.openxmlformats.org/officeDocument/2006/relationships/image" Target="/ppt/media/image6.png" Id="R071d90089de74cb2" /><Relationship Type="http://schemas.openxmlformats.org/officeDocument/2006/relationships/notesSlide" Target="/ppt/notesSlides/notesSlide3.xml" Id="R5be10dad099a435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B22B921-5595-445A-BF80-77E5A615D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0"/>
            <a:ext cx="3619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52205E-D591-47D4-91D7-A60A7FFAF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876300"/>
            <a:ext cx="1143000" cy="114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079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3f03fd092345df"/>
          <a:stretch xmlns:a="http://schemas.openxmlformats.org/drawingml/2006/main"/>
        </p:blipFill>
        <p:spPr>
          <a:xfrm xmlns:a="http://schemas.openxmlformats.org/drawingml/2006/main">
            <a:off x="742950" y="554439"/>
            <a:ext cx="419100" cy="41512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6DFDE5-DA23-4AE0-97E5-09FCDE351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905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>Qwen 千问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D15E2A-6D28-4143-885F-BECEB1007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43150"/>
            <a:ext cx="838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E8DAD1-0179-4286-958B-323E12196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试用期转正答辩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AD9279-F3C2-46A6-92BB-2F74FC2A3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5755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教育 OneRec 探索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87B36B-DFCF-4BA1-909C-1DA194968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790950"/>
            <a:ext cx="4953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2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CCD9EC-2475-4DD5-A039-77D3156B6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1910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李思奥（龙舌兰）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658346-41F8-42B4-9CBE-BC1C27627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339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2026.04.13 – 2026.07.12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6C2233-7895-40BD-9EFC-D793BD9BE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62550"/>
            <a:ext cx="628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从教育资源理解到可约束、可评估的生成式推荐链路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BE744B-DBE8-471F-81DC-CA027C130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22669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E121A29-EB3A-432F-B8AF-D5329647A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390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D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CB0C6E-36FF-4F36-BCE0-420497965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89585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OneRec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E0CA58-59A3-43FD-9ADA-28C561A7C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3911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Qwen | 学习创新</a:t>
            </a:r>
          </a:p>
        </p:txBody>
      </p:sp>
    </p:spTree>
    <p:extLst>
      <p:ext uri="{BB962C8B-B14F-4D97-AF65-F5344CB8AC3E}">
        <p14:creationId xmlns:p14="http://schemas.microsoft.com/office/powerpoint/2010/main" val="37108204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40dead78244ed5"/>
          <a:stretch xmlns:a="http://schemas.openxmlformats.org/drawingml/2006/main"/>
        </p:blipFill>
        <p:spPr>
          <a:xfrm xmlns:a="http://schemas.openxmlformats.org/drawingml/2006/main">
            <a:off x="9925050" y="306337"/>
            <a:ext cx="323850" cy="320777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25AF43-B75A-4F72-B38F-0FDE3D27D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33375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>Qwen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1E5DEB-9E58-4313-8C41-918FFAECB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33400"/>
            <a:ext cx="685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千问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C3FAFC-1006-45AC-B7BE-E60EEE3DC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4350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目录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25C606-E13A-40AF-AF7F-E495B2B0E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1085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CAB9BFE-ACE5-42B9-859E-14024D759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1762125"/>
            <a:ext cx="55816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FCDA525-77FA-4893-BD86-D40BE8377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16764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2B4E68C-85B2-43C9-B3D4-E36CF1B8A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1800225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9A13C29-27B9-4869-95AC-178627B6D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1866900"/>
            <a:ext cx="558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个人介绍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6BA1108-8F20-42CE-B725-40F730776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2600325"/>
            <a:ext cx="55816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DA37658-E92C-4D67-9A49-C05F02D5B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5146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C96433C-1F0F-41E1-9C83-8A6AD68C2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638425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F6DBF9E-23D1-4416-ADCB-E180B3C6D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2705100"/>
            <a:ext cx="558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背景与目标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94399DB-4896-4CDD-A66F-29496F91D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3438525"/>
            <a:ext cx="55816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A7DA297-EEC2-482A-BC8E-982967349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33528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60235D6-4421-4B6C-B6E0-8E42207FB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3476625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D5A7496-7164-47E4-9364-1B94CA419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3543300"/>
            <a:ext cx="558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工作产出与案例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4E19ABB-91CB-4C8B-A87F-8DCA3F924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4276725"/>
            <a:ext cx="55816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0C1B1B1-1976-4A55-97A5-21A53BDC4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41910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FF57B4F-F88E-4573-A064-A3710604A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4314825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8ECBF46-BF43-4296-AA13-080B2B1CA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4381500"/>
            <a:ext cx="558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主要工作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8C4049E-7D82-45CA-98B7-E397B5884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5114925"/>
            <a:ext cx="55816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5541692-DED4-4D09-B745-213555893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50292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AD1D150-3A2D-4BD2-80B6-B865E3579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5153025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5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1F3FF10-8D8E-4641-AE49-346819B56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5219700"/>
            <a:ext cx="5581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思考与总结</a:t>
            </a:r>
          </a:p>
        </p:txBody>
      </p:sp>
    </p:spTree>
    <p:extLst>
      <p:ext uri="{BB962C8B-B14F-4D97-AF65-F5344CB8AC3E}">
        <p14:creationId xmlns:p14="http://schemas.microsoft.com/office/powerpoint/2010/main" val="29603463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98ec20aa2f4824"/>
          <a:stretch xmlns:a="http://schemas.openxmlformats.org/drawingml/2006/main"/>
        </p:blipFill>
        <p:spPr>
          <a:xfrm xmlns:a="http://schemas.openxmlformats.org/drawingml/2006/main">
            <a:off x="9925050" y="306337"/>
            <a:ext cx="323850" cy="320777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3ECE31-2CD2-4089-8E8C-A0F62BC69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33375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>Qwen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8E146D-00D6-4AAC-8E1F-DCADA69C8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33400"/>
            <a:ext cx="685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千问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665449-E201-4B23-BE1A-8577ACB6A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48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22CE61-FEB6-4575-A780-3DA960B47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09575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E26223-44E0-4D86-8D18-C43FCABB5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0050"/>
            <a:ext cx="6572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07FD50-B3A6-4640-9CBD-29891EC65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66800"/>
            <a:ext cx="11049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89899D-CAE4-41B5-90FE-6FA173A33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98A2B3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98A2B3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E6C3190-DF20-48AE-8599-B12BDFD79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66725"/>
            <a:ext cx="6038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个人介绍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6BCC9A1-F5BF-49D9-8690-6E9CB8B9E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097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李思奥（龙舌兰）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BE55F47-6ECE-4C41-BBC0-CE755D509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1971675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A75CD17-ECF2-4DB6-907F-340B3CDC7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95500"/>
            <a:ext cx="1905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2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5AC51F4-9196-4235-AB14-7DBAD908C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4098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00A8F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911A015-D2F4-4620-9E66-A9437A585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52675"/>
            <a:ext cx="1952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2018.09–2024.06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0BB29CA-9867-43F4-9A6F-1AC61011B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76475"/>
            <a:ext cx="514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中国人民大学统计学院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0ADFF5D-46B0-4B4D-AC83-1A02E9F65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52700"/>
            <a:ext cx="5143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本硕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4B82A4A-54F6-4E43-A22A-CCADFC078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286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00A8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4907599-3AE4-4ACD-8F71-0AC071938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28975"/>
            <a:ext cx="1952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2024.07–2025.03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5F41AFA-D4AA-4A5A-9449-919962B51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152775"/>
            <a:ext cx="514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腾讯广告 —— 流量支持中心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AAB9711-E852-4D81-BE07-91955C000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429000"/>
            <a:ext cx="5143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广告业务问题全链路策略优化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CA0D984-91C0-4248-94DF-5D4009DE7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1624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00A8FF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E4F2781-009F-4D64-B5CE-256096383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105275"/>
            <a:ext cx="1952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2025.04–2026.03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6D30414-23D8-4B6A-A53B-522740B8E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29075"/>
            <a:ext cx="514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腾讯广告 —— AI 推荐中心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B3189CF-A712-45F1-9461-573E718A8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305300"/>
            <a:ext cx="5143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生成式推荐与大模型广告落地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748BC5B-2D1C-4073-8853-E631D09DB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50387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28575">
            <a:solidFill>
              <a:srgbClr val="635BFF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98889B5-92FA-4E30-811D-750E441B0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981575"/>
            <a:ext cx="1952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2026.04–至今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A988CD5-8C4E-41A3-97F2-591D1F390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905375"/>
            <a:ext cx="514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阿里千问 —— 学习创新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8461C02-E6FB-422C-B8CB-6FB6AFEF2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81600"/>
            <a:ext cx="5143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教育 OneRec 探索</a:t>
            </a:r>
          </a:p>
        </p:txBody>
      </p:sp>
      <p:pic>
        <p:nvPicPr>
          <p:cNvPr id="9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ec904f4fbd4d8f"/>
          <a:stretch xmlns:a="http://schemas.openxmlformats.org/drawingml/2006/main"/>
        </p:blipFill>
        <p:spPr>
          <a:xfrm xmlns:a="http://schemas.openxmlformats.org/drawingml/2006/main">
            <a:off x="2114550" y="2228850"/>
            <a:ext cx="647700" cy="647700"/>
          </a:xfrm>
          <a:prstGeom xmlns:a="http://schemas.openxmlformats.org/drawingml/2006/main" prst="rect">
            <a:avLst/>
          </a:prstGeom>
        </p:spPr>
      </p:pic>
      <p:pic>
        <p:nvPicPr>
          <p:cNvPr id="9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970bc1712342a2"/>
          <a:stretch xmlns:a="http://schemas.openxmlformats.org/drawingml/2006/main"/>
        </p:blipFill>
        <p:spPr>
          <a:xfrm xmlns:a="http://schemas.openxmlformats.org/drawingml/2006/main">
            <a:off x="1733550" y="3724221"/>
            <a:ext cx="1581150" cy="285858"/>
          </a:xfrm>
          <a:prstGeom xmlns:a="http://schemas.openxmlformats.org/drawingml/2006/main" prst="rect">
            <a:avLst/>
          </a:prstGeom>
        </p:spPr>
      </p:pic>
      <p:pic>
        <p:nvPicPr>
          <p:cNvPr id="9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1d90089de74cb2"/>
          <a:stretch xmlns:a="http://schemas.openxmlformats.org/drawingml/2006/main"/>
        </p:blipFill>
        <p:spPr>
          <a:xfrm xmlns:a="http://schemas.openxmlformats.org/drawingml/2006/main">
            <a:off x="2133600" y="4879693"/>
            <a:ext cx="609600" cy="60381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7705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2026-07-07T16:01:24.6410000Z</dcterms:created>
  <dcterms:modified xsi:type="dcterms:W3CDTF">2026-07-07T16:01:24.6410000Z</dcterms:modified>
</coreProperties>
</file>