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040eb45f3542a6" /><Relationship Type="http://schemas.openxmlformats.org/officeDocument/2006/relationships/extended-properties" Target="/docProps/app.xml" Id="Rc4300264c24e4ace" /><Relationship Type="http://schemas.openxmlformats.org/officeDocument/2006/relationships/officeDocument" Target="/ppt/presentation.xml" Id="R930d5f71feaa4b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f567e978654a8b"/>
  </p:sldMasterIdLst>
  <p:notesMasterIdLst>
    <p:notesMasterId xmlns:r="http://schemas.openxmlformats.org/officeDocument/2006/relationships" r:id="R33e6d46bffd04bc0"/>
  </p:notesMasterIdLst>
  <p:sldIdLst>
    <p:sldId xmlns:r="http://schemas.openxmlformats.org/officeDocument/2006/relationships" id="256" r:id="Re5d0201939374eb7"/>
    <p:sldId xmlns:r="http://schemas.openxmlformats.org/officeDocument/2006/relationships" id="257" r:id="Re47d3b5ddf5c4016"/>
    <p:sldId xmlns:r="http://schemas.openxmlformats.org/officeDocument/2006/relationships" id="258" r:id="Rff177f616e464da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db3458dfb3458d" /><Relationship Type="http://schemas.openxmlformats.org/officeDocument/2006/relationships/slideMaster" Target="/ppt/slideMasters/slideMaster1.xml" Id="Rebf567e978654a8b" /><Relationship Type="http://schemas.openxmlformats.org/officeDocument/2006/relationships/notesMaster" Target="/ppt/notesMasters/notesMaster1.xml" Id="R33e6d46bffd04bc0" /><Relationship Type="http://schemas.openxmlformats.org/officeDocument/2006/relationships/presProps" Target="/ppt/presProps.xml" Id="Rcd2ea4fedfc84e46" /><Relationship Type="http://schemas.openxmlformats.org/officeDocument/2006/relationships/tableStyles" Target="/ppt/tableStyles.xml" Id="Rffe4b99cc74d4085" /><Relationship Type="http://schemas.openxmlformats.org/officeDocument/2006/relationships/slide" Target="/ppt/slides/slide1.xml" Id="Re5d0201939374eb7" /><Relationship Type="http://schemas.openxmlformats.org/officeDocument/2006/relationships/slide" Target="/ppt/slides/slide2.xml" Id="Re47d3b5ddf5c4016" /><Relationship Type="http://schemas.openxmlformats.org/officeDocument/2006/relationships/slide" Target="/ppt/slides/slide3.xml" Id="Rff177f616e464d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cbd9fb224641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7771cb26a54fa1" /><Relationship Type="http://schemas.openxmlformats.org/officeDocument/2006/relationships/notesMaster" Target="/ppt/notesMasters/notesMaster1.xml" Id="R216a17c613a44e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531a712f504931" /><Relationship Type="http://schemas.openxmlformats.org/officeDocument/2006/relationships/notesMaster" Target="/ppt/notesMasters/notesMaster1.xml" Id="R7104ad7da26344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02f81ce17743d0" /><Relationship Type="http://schemas.openxmlformats.org/officeDocument/2006/relationships/notesMaster" Target="/ppt/notesMasters/notesMaster1.xml" Id="Ra877485a279548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df5b14816f4b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30a0ca4b534268" /><Relationship Type="http://schemas.openxmlformats.org/officeDocument/2006/relationships/slideLayout" Target="/ppt/slideLayouts/slideLayout1.xml" Id="R3107333bc9864f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07333bc9864f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1e2bcfb144f62" /><Relationship Type="http://schemas.openxmlformats.org/officeDocument/2006/relationships/image" Target="/ppt/media/image.png" Id="R960bad5a4d5e4804" /><Relationship Type="http://schemas.openxmlformats.org/officeDocument/2006/relationships/notesSlide" Target="/ppt/notesSlides/notesSlide1.xml" Id="R9ec7ec618d8240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43853417f4f29" /><Relationship Type="http://schemas.openxmlformats.org/officeDocument/2006/relationships/image" Target="/ppt/media/image2.png" Id="Ra0c4711df52a448f" /><Relationship Type="http://schemas.openxmlformats.org/officeDocument/2006/relationships/notesSlide" Target="/ppt/notesSlides/notesSlide2.xml" Id="Re9f42fa736244e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a8fc091a77458a" /><Relationship Type="http://schemas.openxmlformats.org/officeDocument/2006/relationships/image" Target="/ppt/media/image3.png" Id="R85288a28c2c645a6" /><Relationship Type="http://schemas.openxmlformats.org/officeDocument/2006/relationships/image" Target="/ppt/media/image4.png" Id="R68a382957f6544b7" /><Relationship Type="http://schemas.openxmlformats.org/officeDocument/2006/relationships/image" Target="/ppt/media/image5.png" Id="R153754e11e9e4d8e" /><Relationship Type="http://schemas.openxmlformats.org/officeDocument/2006/relationships/image" Target="/ppt/media/image6.png" Id="R5945291da2334dbd" /><Relationship Type="http://schemas.openxmlformats.org/officeDocument/2006/relationships/notesSlide" Target="/ppt/notesSlides/notesSlide3.xml" Id="R67b98c122d0a40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bad5a4d5e4804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7BA419-21AF-4DD4-8BE4-3C2FDF64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768D0A-4E7B-4235-AE84-C00EEA1C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DA2E4-0C18-4E95-B888-453E2799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24BB64-CADA-4C00-81E2-2810CCCD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16A70A-F1F3-4DC9-9393-F3E4E839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531FD1-400D-4D36-B4A0-ECA3A4AC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2026.04.13 – 2026.07.12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214404-41F1-4F28-9140-19CE1581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从教育资源理解到可约束、可评估的生成式推荐链路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F31BF6-FC63-402A-95E8-DB69A21D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66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B5626-608E-4A6A-B852-7041EF3F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90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A8694-A13E-4AA9-84CD-118F6CB6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8958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OneRec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ACF09A-4B7F-4F88-8995-F2A6FEE9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91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4711df52a448f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6847B5-3D46-4892-80BC-57286556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7621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B0BEAD-21B6-4E44-8CE2-E5D4E831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676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CE4C6E-0CF3-4550-B0A4-E8232B94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800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082E7-7869-41C6-AAF5-7F32CB9E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8669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7B2C24-BC07-4EBD-BBF7-B599644E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6003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9BB71A-6AB7-4EB4-851D-3513CDAD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14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33CB2B-AEBD-47D1-A7EF-D94A6260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38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02D862A-4C2B-4E40-8AAA-B399A661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051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42EA0F-9B3B-46B9-94D8-8D14887A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385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374795-F3E4-4D9A-9070-E1F2C564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52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BBF123A-F585-401B-B21A-A08F5511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76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2C1BCC-D4BA-4E2A-9428-2FD4CAE5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5433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795F11-CD17-4BD2-8305-FE410BC3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767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14EA26B-3ED5-4D9C-A4BB-04E55B6C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91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AA1C66-E232-4123-94F5-1F6EE2CD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314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CE12C42-791D-4EDF-8FAB-53533883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3815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B367E6B-8CF3-4A18-82F5-12C09EDC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1149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3F6783-EA5F-4227-8BD9-5DA35A76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029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8C386EF-FDD6-447D-9ED1-36B6428B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153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DFE3C94-33A1-4D5D-A4F5-098343E8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2197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思考与总结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88a28c2c645a6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26223-44E0-4D86-8D18-C43FCAB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4333CA-575D-4C00-AAA5-B051CA30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24765B-45A9-4148-B9AD-3257E558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7D6EF02-4A39-4E0B-B1A8-F31211EB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971675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D8811E-B5D0-4B87-84DB-6605FC4F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64A576-C1AE-4BBE-BC32-7BB60B9B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9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1D768F6-BE63-44D0-A2A8-02D56F39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526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2018.09–2024.06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C7D5E3-26C7-46BA-803A-83E81D3A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中国人民大学统计学院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EDB4F8C-01A5-4515-878B-A878523A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527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428BCD-A263-40A3-989B-DD4F32AE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E6D66D-DF33-46CE-8046-07CFF9DB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28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2024.07–2025.03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0A08FF-F87D-4C85-A4CF-4DA6BEA7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527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流量支持中心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A77FD6C-7927-4F13-8808-D4A23589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118196-4274-4D3B-9991-27F8CC7B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624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0397BD-845A-4CAA-8C2F-A71DD3F4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052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2025.04–2026.03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96F9FE-74C2-4F87-86B7-F8DCC28C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290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AI 推荐中心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5E49F69-D8E1-4ED7-8D14-DC46AF86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053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91A362F-75D7-4B5A-8F2B-E2D55FA2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38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BEBF0D-3493-4B65-B670-68F22683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815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2026.04–至今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864589B-D946-4CEC-A543-4096508B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053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阿里千问 —— 学习创新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F2739EE-F2B5-4F89-9B51-98E6F701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816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382957f6544b7"/>
          <a:stretch xmlns:a="http://schemas.openxmlformats.org/drawingml/2006/main"/>
        </p:blipFill>
        <p:spPr>
          <a:xfrm xmlns:a="http://schemas.openxmlformats.org/drawingml/2006/main">
            <a:off x="2114550" y="2228850"/>
            <a:ext cx="647700" cy="647700"/>
          </a:xfrm>
          <a:prstGeom xmlns:a="http://schemas.openxmlformats.org/drawingml/2006/main" prst="rect">
            <a:avLst/>
          </a:prstGeom>
        </p:spPr>
      </p:pic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3754e11e9e4d8e"/>
          <a:stretch xmlns:a="http://schemas.openxmlformats.org/drawingml/2006/main"/>
        </p:blipFill>
        <p:spPr>
          <a:xfrm xmlns:a="http://schemas.openxmlformats.org/drawingml/2006/main">
            <a:off x="1733550" y="3724221"/>
            <a:ext cx="1581150" cy="285858"/>
          </a:xfrm>
          <a:prstGeom xmlns:a="http://schemas.openxmlformats.org/drawingml/2006/main" prst="rect">
            <a:avLst/>
          </a:prstGeom>
        </p:spPr>
      </p:pic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5291da2334dbd"/>
          <a:stretch xmlns:a="http://schemas.openxmlformats.org/drawingml/2006/main"/>
        </p:blipFill>
        <p:spPr>
          <a:xfrm xmlns:a="http://schemas.openxmlformats.org/drawingml/2006/main">
            <a:off x="2133600" y="4879693"/>
            <a:ext cx="609600" cy="6038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2026-07-07T14:35:39.9020000Z</dcterms:created>
  <dcterms:modified xsi:type="dcterms:W3CDTF">2026-07-07T14:35:39.9020000Z</dcterms:modified>
</coreProperties>
</file>