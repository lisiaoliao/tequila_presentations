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9bf5c66f1e47ad" /><Relationship Type="http://schemas.openxmlformats.org/officeDocument/2006/relationships/extended-properties" Target="/docProps/app.xml" Id="R3fe1055efdf74cb9" /><Relationship Type="http://schemas.openxmlformats.org/officeDocument/2006/relationships/officeDocument" Target="/ppt/presentation.xml" Id="Rd345dd1fcb0f41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4d2c53b2d3463b"/>
  </p:sldMasterIdLst>
  <p:notesMasterIdLst>
    <p:notesMasterId xmlns:r="http://schemas.openxmlformats.org/officeDocument/2006/relationships" r:id="Rb56c637435f54d1e"/>
  </p:notesMasterIdLst>
  <p:sldIdLst>
    <p:sldId xmlns:r="http://schemas.openxmlformats.org/officeDocument/2006/relationships" id="256" r:id="R418117ac1e0b49b3"/>
    <p:sldId xmlns:r="http://schemas.openxmlformats.org/officeDocument/2006/relationships" id="257" r:id="Rd3d2f0bcf7a04cee"/>
    <p:sldId xmlns:r="http://schemas.openxmlformats.org/officeDocument/2006/relationships" id="258" r:id="R077f42e778df44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f34fa7ec974048" /><Relationship Type="http://schemas.openxmlformats.org/officeDocument/2006/relationships/slideMaster" Target="/ppt/slideMasters/slideMaster1.xml" Id="R314d2c53b2d3463b" /><Relationship Type="http://schemas.openxmlformats.org/officeDocument/2006/relationships/notesMaster" Target="/ppt/notesMasters/notesMaster1.xml" Id="Rb56c637435f54d1e" /><Relationship Type="http://schemas.openxmlformats.org/officeDocument/2006/relationships/presProps" Target="/ppt/presProps.xml" Id="R0cb43ecbc2ad490e" /><Relationship Type="http://schemas.openxmlformats.org/officeDocument/2006/relationships/tableStyles" Target="/ppt/tableStyles.xml" Id="R84f49b8c93cb4de0" /><Relationship Type="http://schemas.openxmlformats.org/officeDocument/2006/relationships/slide" Target="/ppt/slides/slide1.xml" Id="R418117ac1e0b49b3" /><Relationship Type="http://schemas.openxmlformats.org/officeDocument/2006/relationships/slide" Target="/ppt/slides/slide2.xml" Id="Rd3d2f0bcf7a04cee" /><Relationship Type="http://schemas.openxmlformats.org/officeDocument/2006/relationships/slide" Target="/ppt/slides/slide3.xml" Id="R077f42e778df44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b26a0bce3144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2e2d57861046d3" /><Relationship Type="http://schemas.openxmlformats.org/officeDocument/2006/relationships/notesMaster" Target="/ppt/notesMasters/notesMaster1.xml" Id="Rcfa96911f5d844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a62f5ff19a4870" /><Relationship Type="http://schemas.openxmlformats.org/officeDocument/2006/relationships/notesMaster" Target="/ppt/notesMasters/notesMaster1.xml" Id="Rc09e88b3885046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d8abb2fae142ea" /><Relationship Type="http://schemas.openxmlformats.org/officeDocument/2006/relationships/notesMaster" Target="/ppt/notesMasters/notesMaster1.xml" Id="R7bf34fb2b67846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b20cfff1e34b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d2cec0480848cc" /><Relationship Type="http://schemas.openxmlformats.org/officeDocument/2006/relationships/slideLayout" Target="/ppt/slideLayouts/slideLayout1.xml" Id="Rb375b453988d40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75b453988d40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f1265e30b4b50" /><Relationship Type="http://schemas.openxmlformats.org/officeDocument/2006/relationships/image" Target="/ppt/media/image.png" Id="Rf5f953c230f34114" /><Relationship Type="http://schemas.openxmlformats.org/officeDocument/2006/relationships/image" Target="/ppt/media/image2.png" Id="R88c2aaec19de4b6d" /><Relationship Type="http://schemas.openxmlformats.org/officeDocument/2006/relationships/notesSlide" Target="/ppt/notesSlides/notesSlide1.xml" Id="R5df02bc573594c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efcad419d4d03" /><Relationship Type="http://schemas.openxmlformats.org/officeDocument/2006/relationships/image" Target="/ppt/media/image3.png" Id="Re9b16e91ce9947ce" /><Relationship Type="http://schemas.openxmlformats.org/officeDocument/2006/relationships/image" Target="/ppt/media/image4.png" Id="R8a0b731f171c4ffa" /><Relationship Type="http://schemas.openxmlformats.org/officeDocument/2006/relationships/notesSlide" Target="/ppt/notesSlides/notesSlide2.xml" Id="Rd110db5f318d43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d6e4339654f3b" /><Relationship Type="http://schemas.openxmlformats.org/officeDocument/2006/relationships/image" Target="/ppt/media/image5.png" Id="R8d07f21d2e26420e" /><Relationship Type="http://schemas.openxmlformats.org/officeDocument/2006/relationships/notesSlide" Target="/ppt/notesSlides/notesSlide3.xml" Id="Rf41189d1e87e4c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953c230f34114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92D79-F17E-4C89-9820-9CE5CE1F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AF702-BAC6-4795-A9E1-373F8257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2aaec19de4b6d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F688B-CE6B-47FA-9B8E-4AE0CBFB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C8053-9A93-4C78-8874-A0D31824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528483-87B3-4E84-AEE0-BF6F344A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1450C-DCEA-41E1-8CBF-FC3D78F0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总体目标 | 问题与挑战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C58CF-E952-40FC-A470-273DA716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55CA8D-3CC6-4B34-895B-AA10D7F2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884734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16e91ce9947ce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D8B6D-F3F5-43D0-B0F3-28639E4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ECC9C-7959-431F-A63E-33160D61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为什么需要第三条路线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教育推荐/搜索需求占比持续上升，现有路线难以兼顾时效性与可解释性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核心矛盾：Agent 解释强但慢，判别式推荐快但黑盒</a:t>
            </a:r>
          </a:p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需要第三条路线补齐“时效性 + 可解释性”双目标。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中间决策显式，可解释性强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多轮模型调用与串行工具链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秒级/十秒级时延，成本随复杂度增长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路线二：判别式推荐系统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毫秒级响应，适合高频交互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偏好隐含在参数与 embedding 中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难输出可审查的推荐依据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33850"/>
            <a:ext cx="704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634365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14288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57800"/>
            <a:ext cx="5562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在在线时延约束下保留推荐解释：借鉴 OneRec-Think / OneReason 的显式推理与快慢思考架构，</a:t>
            </a:r>
          </a:p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将对话、推理、推荐统一到单一模型，同时服务精度、可解释性与工程落地。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0b731f171c4ffa"/>
          <a:stretch xmlns:a="http://schemas.openxmlformats.org/drawingml/2006/main"/>
        </p:blipFill>
        <p:spPr>
          <a:xfrm xmlns:a="http://schemas.openxmlformats.org/drawingml/2006/main">
            <a:off x="7543800" y="2038350"/>
            <a:ext cx="3762375" cy="2619375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参照：显式推理、时延优化、评估闭环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7f21d2e26420e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D86EE-C7DE-4543-A6F8-DB203A9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D07C3-CF29-4CD2-BA31-067B3680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教育 OneRec 基座模型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906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总体目标：产出教育领域的基座推荐模型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以通用 LLM 为底座，在不损失通用对话与推理能力的前提下，注入教育 Item 语义理解与生成式推荐能力；</a:t>
            </a:r>
          </a:p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形成“一个模型、多种场景”的统一能力底座，通过指令适配推荐、搜索、题目理解辅助等下游业务。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4762500" cy="10477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527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718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671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337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模型侧｜能力注入与遗忘控制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385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能力注入不能牺牲通用能力；同时要抑制 text &lt;-&gt; SID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对齐在 CPT -&gt; SFT -&gt; 增量训练中的遗忘。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4762500" cy="10477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527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671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337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应用侧｜多任务互扰与部署隔离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单一模型承载异构任务时，要降低训练负迁移，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推理防串扰，上线配套回归、路由与兜底。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19600"/>
            <a:ext cx="4762500" cy="10477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4291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48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434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业务侧｜无反馈条件下的监督与度量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冷启动缺少真实行为反馈，需要构建可靠监督信号，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并用代理评估论证与业务价值的一致性。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4762500" cy="10477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291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48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434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101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工程侧｜推理成本与增量更新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91490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显式 CoT 成本高，需在 SLA 下重设计推理架构，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并打通 SID、约束解码、候选池的增量更新。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245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核心判断：目标不是单点推荐模型，而是可训练、可隔离、可评估、可增量更新的统一能力底座。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65D008-FF88-4A18-8784-113102BC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rPr>
              <a:t>问题与挑战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2026-07-07T08:04:57.2470000Z</dcterms:created>
  <dcterms:modified xsi:type="dcterms:W3CDTF">2026-07-07T08:04:57.2470000Z</dcterms:modified>
</coreProperties>
</file>