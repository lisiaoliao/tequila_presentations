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6af6c5f45146ca" /><Relationship Type="http://schemas.openxmlformats.org/officeDocument/2006/relationships/extended-properties" Target="/docProps/app.xml" Id="R78e53809fc6347ca" /><Relationship Type="http://schemas.openxmlformats.org/officeDocument/2006/relationships/officeDocument" Target="/ppt/presentation.xml" Id="Rd24ddbab588646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1a599834b341dd"/>
  </p:sldMasterIdLst>
  <p:notesMasterIdLst>
    <p:notesMasterId xmlns:r="http://schemas.openxmlformats.org/officeDocument/2006/relationships" r:id="R519181d0e78044a4"/>
  </p:notesMasterIdLst>
  <p:sldIdLst>
    <p:sldId xmlns:r="http://schemas.openxmlformats.org/officeDocument/2006/relationships" id="256" r:id="R8728c5c68a684c93"/>
    <p:sldId xmlns:r="http://schemas.openxmlformats.org/officeDocument/2006/relationships" id="257" r:id="R8b7338775dd043de"/>
    <p:sldId xmlns:r="http://schemas.openxmlformats.org/officeDocument/2006/relationships" id="258" r:id="R37a8e35bd471494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9e59e4a5af4b35" /><Relationship Type="http://schemas.openxmlformats.org/officeDocument/2006/relationships/slideMaster" Target="/ppt/slideMasters/slideMaster1.xml" Id="R1e1a599834b341dd" /><Relationship Type="http://schemas.openxmlformats.org/officeDocument/2006/relationships/notesMaster" Target="/ppt/notesMasters/notesMaster1.xml" Id="R519181d0e78044a4" /><Relationship Type="http://schemas.openxmlformats.org/officeDocument/2006/relationships/presProps" Target="/ppt/presProps.xml" Id="R8c214617778c494a" /><Relationship Type="http://schemas.openxmlformats.org/officeDocument/2006/relationships/tableStyles" Target="/ppt/tableStyles.xml" Id="R0bbd2e7921394ade" /><Relationship Type="http://schemas.openxmlformats.org/officeDocument/2006/relationships/slide" Target="/ppt/slides/slide1.xml" Id="R8728c5c68a684c93" /><Relationship Type="http://schemas.openxmlformats.org/officeDocument/2006/relationships/slide" Target="/ppt/slides/slide2.xml" Id="R8b7338775dd043de" /><Relationship Type="http://schemas.openxmlformats.org/officeDocument/2006/relationships/slide" Target="/ppt/slides/slide3.xml" Id="R37a8e35bd47149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24c906a8ed49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f8f2fad9dc45d2" /><Relationship Type="http://schemas.openxmlformats.org/officeDocument/2006/relationships/notesMaster" Target="/ppt/notesMasters/notesMaster1.xml" Id="R754e94365c3b4c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1785ec1a0b4c3a" /><Relationship Type="http://schemas.openxmlformats.org/officeDocument/2006/relationships/notesMaster" Target="/ppt/notesMasters/notesMaster1.xml" Id="Rfd7675b60b3940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c6421a62794e23" /><Relationship Type="http://schemas.openxmlformats.org/officeDocument/2006/relationships/notesMaster" Target="/ppt/notesMasters/notesMaster1.xml" Id="R20311120887f42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cbdba1951444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037a2116a04004" /><Relationship Type="http://schemas.openxmlformats.org/officeDocument/2006/relationships/slideLayout" Target="/ppt/slideLayouts/slideLayout1.xml" Id="Ra89521422b6948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9521422b6948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34c1c870a4e21" /><Relationship Type="http://schemas.openxmlformats.org/officeDocument/2006/relationships/image" Target="/ppt/media/image.png" Id="R2fc82637dad3410b" /><Relationship Type="http://schemas.openxmlformats.org/officeDocument/2006/relationships/image" Target="/ppt/media/image2.png" Id="R10fb8aafc5374981" /><Relationship Type="http://schemas.openxmlformats.org/officeDocument/2006/relationships/notesSlide" Target="/ppt/notesSlides/notesSlide1.xml" Id="Rc9843589c6c440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1225eab4a455d" /><Relationship Type="http://schemas.openxmlformats.org/officeDocument/2006/relationships/image" Target="/ppt/media/image3.png" Id="Rf32b217d445b4998" /><Relationship Type="http://schemas.openxmlformats.org/officeDocument/2006/relationships/image" Target="/ppt/media/image4.png" Id="R3749019976a8475c" /><Relationship Type="http://schemas.openxmlformats.org/officeDocument/2006/relationships/notesSlide" Target="/ppt/notesSlides/notesSlide2.xml" Id="Rc01014cf0fe04e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7672ad3cc4378" /><Relationship Type="http://schemas.openxmlformats.org/officeDocument/2006/relationships/image" Target="/ppt/media/image5.png" Id="R7d186bf0ae9a448a" /><Relationship Type="http://schemas.openxmlformats.org/officeDocument/2006/relationships/notesSlide" Target="/ppt/notesSlides/notesSlide3.xml" Id="R1bdf92c036344d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82637dad3410b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8129E-CE3B-4895-A760-76900121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13D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5D4E6-CF12-4301-95EF-6DDF2F8D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0"/>
            <a:ext cx="400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b8aafc5374981"/>
          <a:stretch xmlns:a="http://schemas.openxmlformats.org/drawingml/2006/main"/>
        </p:blipFill>
        <p:spPr>
          <a:xfrm xmlns:a="http://schemas.openxmlformats.org/drawingml/2006/main">
            <a:off x="723900" y="74448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0DD8C-67AB-4BF0-AE7F-DAC38CC5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810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926759-1B15-4150-9D28-60414D54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152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1C769-8ACB-428B-AF4C-F318B3E8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工作概况：教育 OneRec 探索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2FBF2-49D8-48E8-BF60-CF3F36A7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rPr>
              <a:t>优化背景 | 总体目标 | 问题与挑战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C4B9D-A9CC-4316-8303-FB9E316A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723D1C-6FEE-4D59-880B-76CB1E67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rPr>
              <a:t>转正答辩 · 千问学习创新</a:t>
            </a:r>
          </a:p>
        </p:txBody>
      </p:sp>
    </p:spTree>
    <p:extLst>
      <p:ext uri="{BB962C8B-B14F-4D97-AF65-F5344CB8AC3E}">
        <p14:creationId xmlns:p14="http://schemas.microsoft.com/office/powerpoint/2010/main" val="8016757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2b217d445b4998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3AFC1-93F2-4CB0-9C2F-D736487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372FB-EED0-492E-9B19-BF0C58CC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0AA59-0FCE-4475-B99E-9F656CC0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B84BD-A340-4608-A385-D6682206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D8B6D-F3F5-43D0-B0F3-28639E40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ECC9C-7959-431F-A63E-33160D61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为什么需要第三条路线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DC13F-AC36-4562-8142-0899A2BA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6E9E8-078D-48DB-A417-488FDCB7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470E1-526D-4464-913C-59F6DC3C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B68F2-2187-4AFA-A0DC-6FBBB55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811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优化背景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4E131-05F0-408E-A547-DC9D7A96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推荐/搜索成为核心交互，需要补齐两类路线的短板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89D9D-C660-4FBA-BFE5-B91138CC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现有两条技术路线各有优势，但都难以同时满足业务要求：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CA8F7-AE37-4382-A609-261A5F23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1430">
            <a:solidFill>
              <a:srgbClr val="C8C2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6978E-7767-423A-B217-A580CA8B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路线一：Agent 编排检索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73CCFB-CB87-4CF7-8E67-544C93B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决策显式，可解释性强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多轮调用，秒级/十秒级时延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F6AD19-9C34-453C-A099-CE3C4572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8605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1430">
            <a:solidFill>
              <a:srgbClr val="C8C2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F381DB-1673-4E37-A2B7-6B8EF053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33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路线二：判别式推荐系统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2305E-4427-463B-AF73-8EA38A29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数十毫秒响应，时效性优秀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黑盒打分，缺少可审查解释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31FD9-A2DA-4436-8526-F7A3B937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43350"/>
            <a:ext cx="70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3B08E5-93DD-4009-9039-A03DAEE1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62500"/>
            <a:ext cx="575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1D9F1-E7FF-416E-85FF-799D13DF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第三条路线：OneRec 生成式推荐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ECFFFF-E66C-4663-A140-378610EE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530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EEF2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EF2FF"/>
                </a:solidFill>
                <a:latin typeface="PingFang SC"/>
                <a:ea typeface="PingFang SC"/>
                <a:cs typeface="PingFang SC"/>
              </a:rPr>
              <a:t>在线时延约束下，提供具备一定忠实性的推荐解释</a:t>
            </a:r>
          </a:p>
          <a:p xmlns:a="http://schemas.openxmlformats.org/drawingml/2006/main">
            <a:pPr>
              <a:buNone/>
              <a:defRPr sz="1050" b="0">
                <a:solidFill>
                  <a:srgbClr val="EEF2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EF2FF"/>
                </a:solidFill>
                <a:latin typeface="PingFang SC"/>
                <a:ea typeface="PingFang SC"/>
                <a:cs typeface="PingFang SC"/>
              </a:rPr>
              <a:t>参照 OneRec-Think / OneReason，将推理与推荐统一到单一模型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B62741-F682-41FC-A5FA-D19E99FD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66900"/>
            <a:ext cx="3371850" cy="365760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9019976a8475c"/>
          <a:stretch xmlns:a="http://schemas.openxmlformats.org/drawingml/2006/main"/>
        </p:blipFill>
        <p:spPr>
          <a:xfrm xmlns:a="http://schemas.openxmlformats.org/drawingml/2006/main">
            <a:off x="8020050" y="2511010"/>
            <a:ext cx="2914650" cy="2026479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5A76D7-D52D-41EA-B62D-46FD380C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0101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OneRec 参照：显式推理、时延优化、评估闭环</a:t>
            </a:r>
          </a:p>
        </p:txBody>
      </p:sp>
    </p:spTree>
    <p:extLst>
      <p:ext uri="{BB962C8B-B14F-4D97-AF65-F5344CB8AC3E}">
        <p14:creationId xmlns:p14="http://schemas.microsoft.com/office/powerpoint/2010/main" val="14544150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86bf0ae9a448a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28AF-E21B-495C-8991-4D58222E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28533-77AD-4173-BFC6-C45B95E2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52BA0-F6E3-4598-8FA5-2BE1D35C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5993-4C0C-4455-BC66-A67739D4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D86EE-C7DE-4543-A6F8-DB203A9D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D07C3-CF29-4CD2-BA31-067B3680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教育 OneRec 基座模型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D6547-3070-490C-A7CC-26B930ED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9E413-7317-454D-83F7-B54A266D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99F78-F524-4489-A206-9E6E503A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目标：产出教育领域的基座推荐模型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C32CD-A2FF-455F-8CC6-41D94718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以通用 LLM 为底座，在不损失通用对话与推理能力的前提下，注入 Item 语义理解与生成式推荐能力。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D75F6-A36B-44BB-A34E-2F66A61D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4762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CEFDCB-EAAE-494F-8900-D889796C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6222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460A9-130B-4322-9F01-F44CC366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622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58B5A9-0E6F-4529-AA6D-10703492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1951-CA12-473C-9DA8-8921BF88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432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模型侧：能力注入与遗忘控制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0886F-EB54-4B44-A807-ED29D954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670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保持通用能力，并抑制 text &lt;-&gt; SID 跨训练阶段遗忘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D7A20-F50C-4701-AECB-2741F440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52700"/>
            <a:ext cx="4762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50BBA-6A50-4FC7-9A52-1816C005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6222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BCCEC-732E-4F1B-A31D-154B071C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622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0F454-E329-43C3-A074-314411E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CD64D-74A3-49A8-A085-B62BE24D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应用侧：多任务互扰与部署隔离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6C9F1A-A1F2-4993-9863-31D98608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670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训练抑制负迁移，推理防止串扰，上线要有回归与兜底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D2BFB-8CFF-497F-A056-CA8BBCAC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4762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86217-B6EB-4D4A-856E-BA406097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876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3A6C-1FA4-43A3-957E-7D7815DF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7F959-94F4-4F6B-B2BE-3DA0C804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14F0E5-E2F1-46C7-A55D-90807708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57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业务侧：无反馈条件下的监督与度量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CBDAF7-8AE8-4E2A-89D8-5C4FCD6B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81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冷启动缺少真实行为反馈，需要代理监督与评估体系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E0EC5-C037-4FD3-BE4D-AC3F4F01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67150"/>
            <a:ext cx="4762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2D8892-A95A-4189-86A3-93BA7833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876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0E2E8-B7BB-4AA3-9D49-F6BE2B18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76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127546-35A6-42A3-AF50-03B39D6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71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E2777A-5E3B-42AE-BD34-2F74AC7A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57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工程侧：推理成本与增量更新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06E7B-9755-47BA-AF44-A30BF2EA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81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在时延 SLA 下重设计推理，并支撑 SID 与候选池增量更新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DF72C2-2F36-4F7F-848B-CCB1B5AA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3880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核心判断：目标不是单点推荐模型，而是面向推荐、搜索、题目理解的统一能力底座。</a:t>
            </a:r>
          </a:p>
        </p:txBody>
      </p:sp>
    </p:spTree>
    <p:extLst>
      <p:ext uri="{BB962C8B-B14F-4D97-AF65-F5344CB8AC3E}">
        <p14:creationId xmlns:p14="http://schemas.microsoft.com/office/powerpoint/2010/main" val="13989880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2026-07-07T07:30:11.2090000Z</dcterms:created>
  <dcterms:modified xsi:type="dcterms:W3CDTF">2026-07-07T07:30:11.2090000Z</dcterms:modified>
</coreProperties>
</file>